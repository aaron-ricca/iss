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C02F2A-C2CD-0C6B-DE35-94381221CC5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80545"/>
            <a:ext cx="250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2800" b="1" dirty="0">
                <a:latin typeface="Arial Narrow" panose="020B0606020202030204" pitchFamily="34" charset="0"/>
              </a:rPr>
              <a:t>Nicola Giamboni</a:t>
            </a: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>
                <a:latin typeface="Arial Narrow" panose="020B0606020202030204" pitchFamily="34" charset="0"/>
              </a:rPr>
              <a:t>University: </a:t>
            </a:r>
            <a:r>
              <a:rPr lang="en-US" dirty="0">
                <a:latin typeface="Arial Narrow" panose="020B0606020202030204" pitchFamily="34" charset="0"/>
              </a:rPr>
              <a:t>Eastern Switzerland University of Applied Sciences (OST)</a:t>
            </a:r>
            <a:endParaRPr dirty="0">
              <a:latin typeface="Arial Narrow" panose="020B0606020202030204" pitchFamily="34" charset="0"/>
            </a:endParaRPr>
          </a:p>
          <a:p>
            <a:pPr>
              <a:defRPr/>
            </a:pPr>
            <a:r>
              <a:rPr lang="en-US" b="1" dirty="0">
                <a:latin typeface="Arial Narrow" panose="020B0606020202030204" pitchFamily="34" charset="0"/>
              </a:rPr>
              <a:t>Study program: </a:t>
            </a:r>
            <a:r>
              <a:rPr lang="en-GB" dirty="0">
                <a:latin typeface="Arial Narrow" panose="020B0606020202030204" pitchFamily="34" charset="0"/>
              </a:rPr>
              <a:t>Civil Engineering</a:t>
            </a:r>
            <a:endParaRPr dirty="0">
              <a:latin typeface="Arial Narrow" panose="020B0606020202030204" pitchFamily="34" charset="0"/>
            </a:endParaRPr>
          </a:p>
          <a:p>
            <a:pPr>
              <a:defRPr/>
            </a:pPr>
            <a:r>
              <a:rPr lang="en-US" b="1" dirty="0">
                <a:latin typeface="Arial Narrow" panose="020B0606020202030204" pitchFamily="34" charset="0"/>
              </a:rPr>
              <a:t>Year of study: </a:t>
            </a:r>
            <a:r>
              <a:rPr lang="en-GB" dirty="0">
                <a:latin typeface="Arial Narrow" panose="020B0606020202030204" pitchFamily="34" charset="0"/>
              </a:rPr>
              <a:t>5th Semester</a:t>
            </a:r>
            <a:endParaRPr dirty="0">
              <a:latin typeface="Arial Narrow" panose="020B0606020202030204" pitchFamily="34" charset="0"/>
            </a:endParaRPr>
          </a:p>
          <a:p>
            <a:pPr>
              <a:defRPr/>
            </a:pPr>
            <a:r>
              <a:rPr lang="en-US" b="1" dirty="0">
                <a:latin typeface="Arial Narrow" panose="020B0606020202030204" pitchFamily="34" charset="0"/>
              </a:rPr>
              <a:t>City: </a:t>
            </a:r>
            <a:r>
              <a:rPr lang="en-US" dirty="0" err="1">
                <a:latin typeface="Arial Narrow" panose="020B0606020202030204" pitchFamily="34" charset="0"/>
              </a:rPr>
              <a:t>Rapperswil</a:t>
            </a:r>
            <a:r>
              <a:rPr lang="en-US" dirty="0">
                <a:latin typeface="Arial Narrow" panose="020B0606020202030204" pitchFamily="34" charset="0"/>
              </a:rPr>
              <a:t>, Switzerland</a:t>
            </a:r>
            <a:endParaRPr dirty="0">
              <a:latin typeface="Arial Narrow" panose="020B0606020202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b="1" dirty="0">
                <a:latin typeface="Arial Narrow" panose="020B0606020202030204" pitchFamily="34" charset="0"/>
              </a:rPr>
              <a:t>Motto for life: </a:t>
            </a:r>
            <a:r>
              <a:rPr lang="it-CH" dirty="0" err="1">
                <a:latin typeface="Arial Narrow" panose="020B0606020202030204" pitchFamily="34" charset="0"/>
              </a:rPr>
              <a:t>What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you</a:t>
            </a:r>
            <a:r>
              <a:rPr lang="it-CH" dirty="0">
                <a:latin typeface="Arial Narrow" panose="020B0606020202030204" pitchFamily="34" charset="0"/>
              </a:rPr>
              <a:t> do </a:t>
            </a:r>
            <a:r>
              <a:rPr lang="it-CH" dirty="0" err="1">
                <a:latin typeface="Arial Narrow" panose="020B0606020202030204" pitchFamily="34" charset="0"/>
              </a:rPr>
              <a:t>today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shapes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who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you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become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tomorrow</a:t>
            </a:r>
            <a:r>
              <a:rPr lang="it-CH" dirty="0">
                <a:latin typeface="Arial Narrow" panose="020B0606020202030204" pitchFamily="34" charset="0"/>
              </a:rPr>
              <a:t>.</a:t>
            </a:r>
            <a:endParaRPr dirty="0">
              <a:latin typeface="Arial Narrow" panose="020B0606020202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b="1" dirty="0">
                <a:latin typeface="Arial Narrow" panose="020B0606020202030204" pitchFamily="34" charset="0"/>
              </a:rPr>
              <a:t>Hobbies: </a:t>
            </a:r>
            <a:r>
              <a:rPr lang="de-CH" dirty="0" err="1">
                <a:latin typeface="Arial Narrow" panose="020B0606020202030204" pitchFamily="34" charset="0"/>
              </a:rPr>
              <a:t>play</a:t>
            </a:r>
            <a:r>
              <a:rPr lang="de-CH" dirty="0">
                <a:latin typeface="Arial Narrow" panose="020B0606020202030204" pitchFamily="34" charset="0"/>
              </a:rPr>
              <a:t> </a:t>
            </a:r>
            <a:r>
              <a:rPr lang="de-CH" dirty="0" err="1">
                <a:latin typeface="Arial Narrow" panose="020B0606020202030204" pitchFamily="34" charset="0"/>
              </a:rPr>
              <a:t>football</a:t>
            </a:r>
            <a:r>
              <a:rPr lang="de-CH" dirty="0">
                <a:latin typeface="Arial Narrow" panose="020B0606020202030204" pitchFamily="34" charset="0"/>
              </a:rPr>
              <a:t> and go </a:t>
            </a:r>
            <a:r>
              <a:rPr lang="de-CH" dirty="0" err="1">
                <a:latin typeface="Arial Narrow" panose="020B0606020202030204" pitchFamily="34" charset="0"/>
              </a:rPr>
              <a:t>hinking</a:t>
            </a:r>
            <a:endParaRPr dirty="0">
              <a:latin typeface="Arial Narrow" panose="020B0606020202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b="1" dirty="0">
                <a:latin typeface="Arial Narrow" panose="020B0606020202030204" pitchFamily="34" charset="0"/>
              </a:rPr>
              <a:t>Your expectations from the summer school:</a:t>
            </a:r>
            <a:endParaRPr dirty="0">
              <a:latin typeface="Arial Narrow" panose="020B0606020202030204" pitchFamily="34" charset="0"/>
            </a:endParaRPr>
          </a:p>
          <a:p>
            <a:pPr>
              <a:defRPr/>
            </a:pPr>
            <a:r>
              <a:rPr lang="it-CH" dirty="0">
                <a:latin typeface="Arial Narrow" panose="020B0606020202030204" pitchFamily="34" charset="0"/>
              </a:rPr>
              <a:t>Meet new people from </a:t>
            </a:r>
            <a:r>
              <a:rPr lang="it-CH" dirty="0" err="1">
                <a:latin typeface="Arial Narrow" panose="020B0606020202030204" pitchFamily="34" charset="0"/>
              </a:rPr>
              <a:t>all</a:t>
            </a:r>
            <a:r>
              <a:rPr lang="it-CH" dirty="0">
                <a:latin typeface="Arial Narrow" panose="020B0606020202030204" pitchFamily="34" charset="0"/>
              </a:rPr>
              <a:t> over the world and </a:t>
            </a:r>
            <a:r>
              <a:rPr lang="it-CH" dirty="0" err="1">
                <a:latin typeface="Arial Narrow" panose="020B0606020202030204" pitchFamily="34" charset="0"/>
              </a:rPr>
              <a:t>learn</a:t>
            </a:r>
            <a:r>
              <a:rPr lang="it-CH" dirty="0">
                <a:latin typeface="Arial Narrow" panose="020B0606020202030204" pitchFamily="34" charset="0"/>
              </a:rPr>
              <a:t> new </a:t>
            </a:r>
            <a:r>
              <a:rPr lang="it-CH" dirty="0" err="1">
                <a:latin typeface="Arial Narrow" panose="020B0606020202030204" pitchFamily="34" charset="0"/>
              </a:rPr>
              <a:t>things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about</a:t>
            </a:r>
            <a:r>
              <a:rPr lang="it-CH" dirty="0">
                <a:latin typeface="Arial Narrow" panose="020B0606020202030204" pitchFamily="34" charset="0"/>
              </a:rPr>
              <a:t> </a:t>
            </a:r>
            <a:r>
              <a:rPr lang="it-CH" dirty="0" err="1">
                <a:latin typeface="Arial Narrow" panose="020B0606020202030204" pitchFamily="34" charset="0"/>
              </a:rPr>
              <a:t>sustainability</a:t>
            </a:r>
            <a:r>
              <a:rPr lang="it-CH" dirty="0">
                <a:latin typeface="Arial Narrow" panose="020B0606020202030204" pitchFamily="34" charset="0"/>
              </a:rPr>
              <a:t>.</a:t>
            </a:r>
            <a:endParaRPr lang="en-GB" b="1" dirty="0">
              <a:latin typeface="Arial Narrow" panose="020B0606020202030204" pitchFamily="34" charset="0"/>
            </a:endParaRPr>
          </a:p>
        </p:txBody>
      </p:sp>
      <p:sp>
        <p:nvSpPr>
          <p:cNvPr id="27" name="Textfeld 26"/>
          <p:cNvSpPr txBox="1"/>
          <p:nvPr/>
        </p:nvSpPr>
        <p:spPr bwMode="auto">
          <a:xfrm>
            <a:off x="6532466" y="2269164"/>
            <a:ext cx="2278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 err="1">
                <a:latin typeface="Arial Narrow" panose="020B0606020202030204" pitchFamily="34" charset="0"/>
              </a:rPr>
              <a:t>Rapperswil</a:t>
            </a:r>
            <a:r>
              <a:rPr lang="en-US" dirty="0">
                <a:latin typeface="Arial Narrow" panose="020B0606020202030204" pitchFamily="34" charset="0"/>
              </a:rPr>
              <a:t>, Switzerland</a:t>
            </a:r>
          </a:p>
          <a:p>
            <a:pPr>
              <a:defRPr/>
            </a:pPr>
            <a:r>
              <a:rPr lang="en-US" b="1" dirty="0">
                <a:latin typeface="Arial Narrow" panose="020B0606020202030204" pitchFamily="34" charset="0"/>
              </a:rPr>
              <a:t>Location where I live ↑,</a:t>
            </a:r>
            <a:endParaRPr b="1" dirty="0">
              <a:latin typeface="Arial Narrow" panose="020B0606020202030204" pitchFamily="34" charset="0"/>
            </a:endParaRPr>
          </a:p>
          <a:p>
            <a:pPr>
              <a:defRPr/>
            </a:pPr>
            <a:r>
              <a:rPr lang="en-US" b="1" dirty="0">
                <a:latin typeface="Arial Narrow" panose="020B0606020202030204" pitchFamily="34" charset="0"/>
              </a:rPr>
              <a:t>Location of my origin ↓</a:t>
            </a:r>
          </a:p>
          <a:p>
            <a:pPr>
              <a:defRPr/>
            </a:pPr>
            <a:r>
              <a:rPr lang="en-US" dirty="0">
                <a:latin typeface="Arial Narrow" panose="020B0606020202030204" pitchFamily="34" charset="0"/>
              </a:rPr>
              <a:t>Ticino, Switzerland </a:t>
            </a:r>
            <a:endParaRPr dirty="0">
              <a:latin typeface="Arial Narrow" panose="020B0606020202030204" pitchFamily="34" charset="0"/>
            </a:endParaRP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591297" y="6242932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 dirty="0">
                <a:latin typeface="Arial Narrow" panose="020B0606020202030204" pitchFamily="34" charset="0"/>
              </a:rPr>
              <a:t>Karlsruhe</a:t>
            </a:r>
            <a:endParaRPr dirty="0">
              <a:latin typeface="Arial Narrow" panose="020B0606020202030204" pitchFamily="34" charset="0"/>
            </a:endParaRPr>
          </a:p>
          <a:p>
            <a:pPr algn="ctr">
              <a:defRPr/>
            </a:pPr>
            <a:r>
              <a:rPr lang="de-DE" sz="1200" dirty="0">
                <a:latin typeface="Arial Narrow" panose="020B0606020202030204" pitchFamily="34" charset="0"/>
              </a:rPr>
              <a:t>31 August to 11 September 2026</a:t>
            </a:r>
            <a:endParaRPr dirty="0">
              <a:latin typeface="Arial Narrow" panose="020B0606020202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D9BE496-A40D-E441-6F19-8820237E3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9674" y="325231"/>
            <a:ext cx="3343772" cy="191128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DBBE6E3-ECDD-3B68-7E85-7C0FEB4EDB5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3275"/>
          <a:stretch>
            <a:fillRect/>
          </a:stretch>
        </p:blipFill>
        <p:spPr>
          <a:xfrm>
            <a:off x="6614288" y="3502143"/>
            <a:ext cx="2303928" cy="232259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57AB0CB-C3A4-2A6C-5804-2DCF179639E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4661" r="22750" b="38025"/>
          <a:stretch>
            <a:fillRect/>
          </a:stretch>
        </p:blipFill>
        <p:spPr>
          <a:xfrm>
            <a:off x="9970044" y="2104388"/>
            <a:ext cx="1578711" cy="2251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97</Words>
  <Application>Microsoft Office PowerPoint</Application>
  <PresentationFormat>Breitbild</PresentationFormat>
  <Paragraphs>16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Narrow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Nicola Giamboni</cp:lastModifiedBy>
  <cp:revision>12</cp:revision>
  <dcterms:created xsi:type="dcterms:W3CDTF">2024-07-25T14:37:25Z</dcterms:created>
  <dcterms:modified xsi:type="dcterms:W3CDTF">2026-08-30T09:11:53Z</dcterms:modified>
</cp:coreProperties>
</file>