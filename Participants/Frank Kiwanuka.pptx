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7E41D6-7EDF-B73B-E6AB-2F0D2A12483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7.jpg"/><Relationship Id="rId5" Type="http://schemas.openxmlformats.org/officeDocument/2006/relationships/image" Target="../media/image3.png"/><Relationship Id="rId15" Type="http://schemas.openxmlformats.org/officeDocument/2006/relationships/image" Target="../media/image11.jpeg"/><Relationship Id="rId10" Type="http://schemas.openxmlformats.org/officeDocument/2006/relationships/image" Target="../media/image6.png"/><Relationship Id="rId4" Type="http://schemas.openxmlformats.org/officeDocument/2006/relationships/image" Target="../media/image2.jpg"/><Relationship Id="rId9" Type="http://schemas.openxmlformats.org/officeDocument/2006/relationships/image" Target="../media/media1.sv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0" y="-48307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7" name="Grafik 16" descr="Ein Bild, das Person, Menschliches Gesicht, Kleidung, Lächeln enthält.&#10;&#10;Automatisch generierte Beschreibu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356104" y="1922291"/>
            <a:ext cx="2432016" cy="29468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3041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 smtClean="0"/>
              <a:t>Frank Kiwanuka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47973" y="995288"/>
            <a:ext cx="5391061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 smtClean="0"/>
              <a:t>Makerere University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 smtClean="0"/>
              <a:t>Agricultural </a:t>
            </a:r>
            <a:r>
              <a:rPr lang="en-US" dirty="0" smtClean="0"/>
              <a:t>Engineering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 smtClean="0"/>
              <a:t>4th</a:t>
            </a:r>
            <a:r>
              <a:rPr lang="en-US" dirty="0" smtClean="0"/>
              <a:t> year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 smtClean="0"/>
              <a:t>Kampala, Uganda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 smtClean="0"/>
              <a:t>Stay curious, stay humble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 smtClean="0"/>
              <a:t>Reading</a:t>
            </a:r>
            <a:r>
              <a:rPr lang="en-US" dirty="0" smtClean="0"/>
              <a:t>, playing soccer, listening to music, cooking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 smtClean="0"/>
              <a:t>I want to gain practical knowledge in sustainable technologies and build international connections.</a:t>
            </a:r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5"/>
          <a:srcRect t="23509"/>
          <a:stretch/>
        </p:blipFill>
        <p:spPr bwMode="auto">
          <a:xfrm>
            <a:off x="6532032" y="439976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252"/>
          <a:stretch/>
        </p:blipFill>
        <p:spPr bwMode="auto"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6414655" y="2528979"/>
            <a:ext cx="2642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Location where I </a:t>
            </a:r>
            <a:r>
              <a:rPr lang="en-US" dirty="0" smtClean="0"/>
              <a:t>study</a:t>
            </a:r>
            <a:r>
              <a:rPr lang="en-US" dirty="0" smtClean="0"/>
              <a:t>,</a:t>
            </a:r>
            <a:endParaRPr dirty="0"/>
          </a:p>
          <a:p>
            <a:pPr>
              <a:defRPr/>
            </a:pPr>
            <a:r>
              <a:rPr lang="en-US" dirty="0"/>
              <a:t>and where I live 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:mc="http://schemas.openxmlformats.org/markup-compatibility/2006" xmlns:w="http://schemas.openxmlformats.org/wordprocessingml/2006/main" xmlns:m="http://schemas.openxmlformats.org/officeDocument/2006/math" xmlns="" r:embed="rId9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4" name="Grafik 33" descr="Ein Bild, das Text, Karte enthält.&#10;&#10;Automatisch generierte Beschreibu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532032" y="3176413"/>
            <a:ext cx="2236131" cy="19774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1729" y="439976"/>
            <a:ext cx="2269742" cy="20017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3590" y="3157758"/>
            <a:ext cx="2234574" cy="19427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103" y="1922291"/>
            <a:ext cx="2432169" cy="2946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81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Kauffeld</dc:creator>
  <cp:lastModifiedBy>kiwa</cp:lastModifiedBy>
  <cp:revision>17</cp:revision>
  <dcterms:created xsi:type="dcterms:W3CDTF">2024-07-25T14:37:25Z</dcterms:created>
  <dcterms:modified xsi:type="dcterms:W3CDTF">2026-08-30T18:03:27Z</dcterms:modified>
</cp:coreProperties>
</file>