
<file path=[Content_Types].xml><?xml version="1.0" encoding="utf-8"?>
<Types xmlns="http://schemas.openxmlformats.org/package/2006/content-types">
  <Default Extension="jpg" ContentType="image/jpe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10" d="100"/>
          <a:sy n="110" d="100"/>
        </p:scale>
        <p:origin x="1176" y="39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D2217D-221E-97A1-1223-492C8751C42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7C62B07E-1727-493A-B691-90C2B7B7E3B1}" type="datetimeFigureOut">
              <a:rPr lang="de-DE"/>
              <a:t>26.08.26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org&amp;utm_campaign=index&amp;utm_content=thumbnail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org&amp;utm_campaign=index&amp;utm_content=thumbnail"/><Relationship Id="rId4" Type="http://schemas.openxmlformats.org/officeDocument/2006/relationships/image" Target="../media/image2.jpg"/><Relationship Id="rId9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" name="Bildplatzhalter 4" descr="Nahaufnahme eines grünen Felds"/>
          <p:cNvPicPr>
            <a:picLocks noChangeAspect="1"/>
          </p:cNvPicPr>
          <p:nvPr/>
        </p:nvPicPr>
        <p:blipFill>
          <a:blip r:embed="rId3">
            <a:alphaModFix amt="35000"/>
          </a:blip>
          <a:stretch/>
        </p:blipFill>
        <p:spPr bwMode="auto">
          <a:xfrm>
            <a:off x="0" y="1"/>
            <a:ext cx="12192000" cy="6068290"/>
          </a:xfrm>
          <a:prstGeom prst="rect">
            <a:avLst/>
          </a:prstGeom>
        </p:spPr>
      </p:pic>
      <p:grpSp>
        <p:nvGrpSpPr>
          <p:cNvPr id="11" name="Group 10"/>
          <p:cNvGrpSpPr>
            <a:grpSpLocks noGrp="1" noUngrp="1" noRot="1" noChangeAspect="1" noMove="1" noResize="1"/>
          </p:cNvGrpSpPr>
          <p:nvPr/>
        </p:nvGrpSpPr>
        <p:grpSpPr bwMode="auto"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2" name="Freeform: Shape 11"/>
            <p:cNvSpPr/>
            <p:nvPr/>
          </p:nvSpPr>
          <p:spPr bwMode="auto"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 extrusionOk="0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 bwMode="auto"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 extrusionOk="0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 bwMode="auto"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 extrusionOk="0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/>
            <p:cNvSpPr/>
            <p:nvPr/>
          </p:nvSpPr>
          <p:spPr bwMode="auto"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 extrusionOk="0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</p:grpSp>
      <p:pic>
        <p:nvPicPr>
          <p:cNvPr id="6" name="Grafik 5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981142" y="6149315"/>
            <a:ext cx="2690418" cy="621453"/>
          </a:xfrm>
          <a:prstGeom prst="rect">
            <a:avLst/>
          </a:prstGeom>
        </p:spPr>
      </p:pic>
      <p:sp>
        <p:nvSpPr>
          <p:cNvPr id="18" name="Textfeld 17"/>
          <p:cNvSpPr txBox="1"/>
          <p:nvPr/>
        </p:nvSpPr>
        <p:spPr bwMode="auto">
          <a:xfrm>
            <a:off x="774087" y="257673"/>
            <a:ext cx="25587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de-DE" sz="2800" b="1" dirty="0"/>
              <a:t>Raphaël Seiler</a:t>
            </a:r>
            <a:endParaRPr dirty="0"/>
          </a:p>
        </p:txBody>
      </p:sp>
      <p:sp>
        <p:nvSpPr>
          <p:cNvPr id="22" name="Textfeld 21"/>
          <p:cNvSpPr txBox="1"/>
          <p:nvPr/>
        </p:nvSpPr>
        <p:spPr bwMode="auto">
          <a:xfrm>
            <a:off x="774087" y="953666"/>
            <a:ext cx="5391061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b="1" dirty="0"/>
              <a:t>University: </a:t>
            </a:r>
            <a:r>
              <a:rPr lang="en-US" dirty="0"/>
              <a:t>Eastern Switzerland University of Applied Sciences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Study program: </a:t>
            </a:r>
            <a:r>
              <a:rPr lang="de-CH" dirty="0"/>
              <a:t>Digital Design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Year of study: </a:t>
            </a:r>
            <a:r>
              <a:rPr lang="de-CH" dirty="0"/>
              <a:t>4 </a:t>
            </a:r>
            <a:r>
              <a:rPr lang="de-CH" dirty="0" err="1"/>
              <a:t>years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City: </a:t>
            </a:r>
            <a:r>
              <a:rPr lang="en-US" dirty="0" err="1"/>
              <a:t>Rapperswil</a:t>
            </a:r>
            <a:r>
              <a:rPr lang="en-US" dirty="0"/>
              <a:t>, Switzerland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Motto for life: </a:t>
            </a:r>
            <a:r>
              <a:rPr lang="en-US" dirty="0"/>
              <a:t>Don’t Worry Be Happy</a:t>
            </a:r>
            <a:endParaRPr lang="en-US" b="1"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Hobbies: </a:t>
            </a:r>
            <a:r>
              <a:rPr lang="de-CH" dirty="0" err="1"/>
              <a:t>fishing</a:t>
            </a:r>
            <a:r>
              <a:rPr lang="de-CH" dirty="0"/>
              <a:t>, </a:t>
            </a:r>
            <a:r>
              <a:rPr lang="de-CH" dirty="0" err="1"/>
              <a:t>hiking</a:t>
            </a:r>
            <a:r>
              <a:rPr lang="de-CH" dirty="0"/>
              <a:t>, </a:t>
            </a:r>
            <a:r>
              <a:rPr lang="de-CH" dirty="0" err="1"/>
              <a:t>biking</a:t>
            </a:r>
            <a:r>
              <a:rPr lang="de-CH" dirty="0"/>
              <a:t>, golf, </a:t>
            </a:r>
            <a:r>
              <a:rPr lang="de-CH" dirty="0" err="1"/>
              <a:t>skiing</a:t>
            </a:r>
            <a:r>
              <a:rPr lang="de-CH" dirty="0"/>
              <a:t>, </a:t>
            </a:r>
            <a:r>
              <a:rPr lang="de-CH" dirty="0" err="1"/>
              <a:t>driving</a:t>
            </a:r>
            <a:r>
              <a:rPr lang="de-CH" dirty="0"/>
              <a:t>, spending time </a:t>
            </a:r>
            <a:r>
              <a:rPr lang="de-CH" dirty="0" err="1"/>
              <a:t>with</a:t>
            </a:r>
            <a:r>
              <a:rPr lang="de-CH" dirty="0"/>
              <a:t> </a:t>
            </a:r>
            <a:r>
              <a:rPr lang="de-CH" dirty="0" err="1"/>
              <a:t>family</a:t>
            </a:r>
            <a:r>
              <a:rPr lang="de-CH" dirty="0"/>
              <a:t> and </a:t>
            </a:r>
            <a:r>
              <a:rPr lang="de-CH" dirty="0" err="1"/>
              <a:t>friends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Your expectations from the summer school: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dirty="0"/>
              <a:t>Inspire the next generation to make this world a better place</a:t>
            </a:r>
            <a:endParaRPr dirty="0"/>
          </a:p>
        </p:txBody>
      </p:sp>
      <p:pic>
        <p:nvPicPr>
          <p:cNvPr id="19" name="Grafik 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8160294" y="6037037"/>
            <a:ext cx="1809750" cy="590549"/>
          </a:xfrm>
          <a:prstGeom prst="rect">
            <a:avLst/>
          </a:prstGeom>
        </p:spPr>
      </p:pic>
      <p:pic>
        <p:nvPicPr>
          <p:cNvPr id="3" name="Grafik 2" descr="Ein Bild, das Symbol, Grafiken, Schrift, Logo enthält.&#10;&#10;KI-generierte Inhalte können fehlerhaft sein.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10569202" y="5997466"/>
            <a:ext cx="1425203" cy="829110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-609" y="4728902"/>
            <a:ext cx="2218681" cy="2131674"/>
          </a:xfrm>
          <a:custGeom>
            <a:avLst/>
            <a:gdLst>
              <a:gd name="csX0" fmla="*/ 0 w 2218681"/>
              <a:gd name="csY0" fmla="*/ 0 h 2131674"/>
              <a:gd name="csX1" fmla="*/ 2218681 w 2218681"/>
              <a:gd name="csY1" fmla="*/ 0 h 2131674"/>
              <a:gd name="csX2" fmla="*/ 2218681 w 2218681"/>
              <a:gd name="csY2" fmla="*/ 2131674 h 2131674"/>
              <a:gd name="csX3" fmla="*/ 0 w 2218681"/>
              <a:gd name="csY3" fmla="*/ 2131674 h 2131674"/>
              <a:gd name="csX4" fmla="*/ 0 w 2218681"/>
              <a:gd name="csY4" fmla="*/ 0 h 2131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8681" h="2131674" fill="none" extrusionOk="0">
                <a:moveTo>
                  <a:pt x="0" y="0"/>
                </a:moveTo>
                <a:cubicBezTo>
                  <a:pt x="932499" y="-30195"/>
                  <a:pt x="1913041" y="159241"/>
                  <a:pt x="2218681" y="0"/>
                </a:cubicBezTo>
                <a:cubicBezTo>
                  <a:pt x="2081227" y="689977"/>
                  <a:pt x="2122123" y="1727218"/>
                  <a:pt x="2218681" y="2131674"/>
                </a:cubicBezTo>
                <a:cubicBezTo>
                  <a:pt x="1319249" y="2062763"/>
                  <a:pt x="1063353" y="2178224"/>
                  <a:pt x="0" y="2131674"/>
                </a:cubicBezTo>
                <a:cubicBezTo>
                  <a:pt x="-107079" y="1302567"/>
                  <a:pt x="-61225" y="472164"/>
                  <a:pt x="0" y="0"/>
                </a:cubicBezTo>
                <a:close/>
              </a:path>
              <a:path w="2218681" h="2131674" stroke="0" extrusionOk="0">
                <a:moveTo>
                  <a:pt x="0" y="0"/>
                </a:moveTo>
                <a:cubicBezTo>
                  <a:pt x="532552" y="-16982"/>
                  <a:pt x="1386363" y="-97253"/>
                  <a:pt x="2218681" y="0"/>
                </a:cubicBezTo>
                <a:cubicBezTo>
                  <a:pt x="2253972" y="461176"/>
                  <a:pt x="2139642" y="1185684"/>
                  <a:pt x="2218681" y="2131674"/>
                </a:cubicBezTo>
                <a:cubicBezTo>
                  <a:pt x="1767857" y="2119670"/>
                  <a:pt x="244524" y="2131751"/>
                  <a:pt x="0" y="2131674"/>
                </a:cubicBezTo>
                <a:cubicBezTo>
                  <a:pt x="141970" y="1741371"/>
                  <a:pt x="83928" y="62065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</a:ln>
          <a:effectLst>
            <a:softEdge rad="63500"/>
          </a:effectLst>
        </p:spPr>
      </p:pic>
      <p:sp>
        <p:nvSpPr>
          <p:cNvPr id="17" name="Textfeld 16"/>
          <p:cNvSpPr txBox="1"/>
          <p:nvPr/>
        </p:nvSpPr>
        <p:spPr bwMode="auto">
          <a:xfrm>
            <a:off x="2447444" y="6242932"/>
            <a:ext cx="2333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de-DE" sz="1200"/>
              <a:t>Karlsruhe</a:t>
            </a:r>
            <a:endParaRPr/>
          </a:p>
          <a:p>
            <a:pPr algn="ctr">
              <a:defRPr/>
            </a:pPr>
            <a:r>
              <a:rPr lang="de-DE" sz="1200"/>
              <a:t>31 August to 11 September 2026</a:t>
            </a:r>
            <a:endParaRPr/>
          </a:p>
        </p:txBody>
      </p:sp>
      <p:pic>
        <p:nvPicPr>
          <p:cNvPr id="5" name="Picture 4" descr="Liechtenstein - Wikipedia">
            <a:extLst>
              <a:ext uri="{FF2B5EF4-FFF2-40B4-BE49-F238E27FC236}">
                <a16:creationId xmlns:a16="http://schemas.microsoft.com/office/drawing/2014/main" id="{ECDD16D5-63DF-CC76-8DBB-41CD7BBE5E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6498" y="789709"/>
            <a:ext cx="2443716" cy="14662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59B702-E64B-E9FC-03CE-070DBC5E78B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0894" y="1930997"/>
            <a:ext cx="1974935" cy="267372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26" name="Picture 25" descr="File:Flag of Switzerland.svg - Wikimedia Commons">
            <a:extLst>
              <a:ext uri="{FF2B5EF4-FFF2-40B4-BE49-F238E27FC236}">
                <a16:creationId xmlns:a16="http://schemas.microsoft.com/office/drawing/2014/main" id="{C0D5E56E-292F-DAB9-3A29-3399FA9153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0888" y="3882620"/>
            <a:ext cx="1974936" cy="197493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96C589A-6C94-8913-B70D-0A883717636B}"/>
              </a:ext>
            </a:extLst>
          </p:cNvPr>
          <p:cNvSpPr txBox="1"/>
          <p:nvPr/>
        </p:nvSpPr>
        <p:spPr>
          <a:xfrm>
            <a:off x="6296498" y="2586903"/>
            <a:ext cx="234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I work and live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713B72-7CD5-C1DE-CEDA-C1530DE41D24}"/>
              </a:ext>
            </a:extLst>
          </p:cNvPr>
          <p:cNvSpPr txBox="1"/>
          <p:nvPr/>
        </p:nvSpPr>
        <p:spPr bwMode="auto">
          <a:xfrm>
            <a:off x="6296498" y="3154089"/>
            <a:ext cx="234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I study and live</a:t>
            </a:r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7D05150C-747A-0830-A228-45417272C23B}"/>
              </a:ext>
            </a:extLst>
          </p:cNvPr>
          <p:cNvSpPr/>
          <p:nvPr/>
        </p:nvSpPr>
        <p:spPr>
          <a:xfrm rot="16200000">
            <a:off x="7366716" y="2344229"/>
            <a:ext cx="209359" cy="2191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0F1EDCB5-7649-A844-16BE-E9F9D0894651}"/>
              </a:ext>
            </a:extLst>
          </p:cNvPr>
          <p:cNvSpPr/>
          <p:nvPr/>
        </p:nvSpPr>
        <p:spPr bwMode="auto">
          <a:xfrm rot="5400000">
            <a:off x="7366716" y="3584827"/>
            <a:ext cx="209359" cy="2191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90</Words>
  <Application>Microsoft Macintosh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Kauffeld</dc:creator>
  <cp:lastModifiedBy>Raphaël Seiler</cp:lastModifiedBy>
  <cp:revision>11</cp:revision>
  <dcterms:created xsi:type="dcterms:W3CDTF">2024-07-25T14:37:25Z</dcterms:created>
  <dcterms:modified xsi:type="dcterms:W3CDTF">2026-08-26T15:33:08Z</dcterms:modified>
</cp:coreProperties>
</file>