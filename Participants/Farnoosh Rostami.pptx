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2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96" autoAdjust="0"/>
    <p:restoredTop sz="94659"/>
  </p:normalViewPr>
  <p:slideViewPr>
    <p:cSldViewPr snapToGrid="0">
      <p:cViewPr>
        <p:scale>
          <a:sx n="81" d="100"/>
          <a:sy n="81" d="100"/>
        </p:scale>
        <p:origin x="2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318C61-27C1-F743-B70C-730E5F6FEE26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5452A-4B30-4F49-861E-06EE5139C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41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5452A-4B30-4F49-861E-06EE5139CB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53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4DE88-BC25-5223-9366-3117A642C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B2B86B-ADAB-19A4-9057-4B319BAB9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64F19E-F05C-800D-4350-92DD7F15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27.08.26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531308-BC06-19D6-CB98-1D6F7865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327427-A2A4-2523-41F5-7AD0F09F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949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7B786-FF42-4400-A06F-74113E6B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67B758-9B84-12A9-8471-171C1F70E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EA99D2-49B7-19C0-B9E8-04213F45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27.08.26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4890CB-D17F-0DD6-F690-FCD29E16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7FCECD-E79E-0AC6-165A-2F4243C6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81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4C1B79-B466-466D-CE1F-57E98673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45D71-8F5A-8D99-E179-811485E55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DC3145-C9F5-0DD4-92EB-46333833A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27.08.26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8D079C-5116-07F2-D13B-00812BCA6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9D777F-2E4A-6CD8-ED77-7092E430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10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362CC-50C5-38DB-96A4-AE447D0B7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6D5DE7-6F81-7BAA-184B-979E06654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9809CC-F78E-C412-E05C-8D665A5A5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E2DC48-D154-923F-7706-32BD8954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27.08.26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B3257D-94B0-50D5-7C38-8BB61B9F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58A9EA-2546-F2D2-4FBE-F27CE25A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2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5B62B9-8A3D-0A8A-FDE8-088A4EC3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F9D827-5676-D205-412E-B3BE988FD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2C8FFE2-F22C-010A-598B-7B11FFFF4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B8C9D4-8A3D-09C8-404B-88FAB3029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C04FD7-83C8-AADF-BF15-C77A9C0FF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9E97616-F5CC-34C0-F43B-8F45016E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27.08.26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0A14F0C-0F12-B886-28D5-4361B669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6466B7F-716B-E904-8EDA-40B7168F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55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A7BEF-2684-D0D3-B5A1-4AED3E3D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B1DF1B3-C3E2-6A00-D661-C317F927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27.08.26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2AC3D1-D87F-EE4E-E3CC-57D8C6DC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31C3F10-BB8F-6EC9-C6D2-5D9A32F0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95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5EF232-952B-7284-4A33-1D099514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27.08.26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EBC9D5-6DB3-3ABD-D7B1-8C068A6EB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744CDC-EA99-E245-16B6-20C7295C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720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A18AC-968A-2A16-6B13-36CAC640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23E903-BDAA-0F76-4C6A-8E53D3522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77C29B-7F3E-C653-211F-D8F806757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BAD93F-11FE-DECA-176D-B299C63C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27.08.26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6595B1-2BB7-B874-B1A9-1FDAB6D42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1B714B-DB1F-9C73-83DD-87ED7874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157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4569F-DDED-EDC8-0C25-FDDFC174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1171053-E67F-C557-31E8-641EE610D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275DBC-BDBA-4CC5-7331-3A1C7F527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443708-53E6-92FD-F182-2C48D044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27.08.26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84B2A8-32BC-8DC4-E425-25E5BEA2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B1691B-A1A0-81B7-4CD0-00AE3712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518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BC726D-4357-D826-9518-E9899EEA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7B8CC25-FED2-BF54-A320-2D74E8B73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78BA70-EAE5-86C3-7313-9113AECE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27.08.26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1C5E2F-1E63-65AE-F35B-08A1E05E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821DE3-5C9C-D78A-37F2-B060319C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089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514541D-03D3-4DD6-8D68-705FC817E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6A0A4E-3FDC-17E7-46E3-36D53C1BE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8493D0-0E92-645C-1C8E-1D775B88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27.08.26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61342A-B7AD-9DA0-4A70-D3F48E44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3061F6-76DF-634D-04F6-AC98D0A5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7768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9A7ADB-1EB5-7EFE-CBD5-C7ED7344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B875B9-B09F-720B-8552-18ED9F660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8EF8E1-4E7A-538D-9947-A78E83B1A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2B07E-1727-493A-B691-90C2B7B7E3B1}" type="datetimeFigureOut">
              <a:rPr lang="de-DE" smtClean="0"/>
              <a:t>27.08.26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357DDA-4E12-A2D0-5E9A-B6CBBB625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0BE0DC-43B1-8059-1ED8-AFE6EB56F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651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jp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platzhalter 4" descr="Nahaufnahme eines grünen Felds">
            <a:extLst>
              <a:ext uri="{FF2B5EF4-FFF2-40B4-BE49-F238E27FC236}">
                <a16:creationId xmlns:a16="http://schemas.microsoft.com/office/drawing/2014/main" id="{13DC6512-C3E2-7A5A-CF90-ED4674098A8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1515"/>
          <a:stretch/>
        </p:blipFill>
        <p:spPr>
          <a:xfrm>
            <a:off x="-72256" y="-22453"/>
            <a:ext cx="12263951" cy="60682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8" name="Textfeld 17">
            <a:extLst>
              <a:ext uri="{FF2B5EF4-FFF2-40B4-BE49-F238E27FC236}">
                <a16:creationId xmlns:a16="http://schemas.microsoft.com/office/drawing/2014/main" id="{0E3B9E35-CE80-E2E7-CAD2-C3742490F8F9}"/>
              </a:ext>
            </a:extLst>
          </p:cNvPr>
          <p:cNvSpPr txBox="1"/>
          <p:nvPr/>
        </p:nvSpPr>
        <p:spPr>
          <a:xfrm>
            <a:off x="774087" y="257674"/>
            <a:ext cx="3147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 err="1"/>
              <a:t>Farnoosh</a:t>
            </a:r>
            <a:r>
              <a:rPr lang="de-DE" sz="2800" b="1" dirty="0"/>
              <a:t> Rostami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777D031-38FA-E014-B10D-FDEB8015A18A}"/>
              </a:ext>
            </a:extLst>
          </p:cNvPr>
          <p:cNvSpPr txBox="1"/>
          <p:nvPr/>
        </p:nvSpPr>
        <p:spPr>
          <a:xfrm>
            <a:off x="774087" y="953666"/>
            <a:ext cx="597375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University: </a:t>
            </a:r>
            <a:r>
              <a:rPr lang="en-US" dirty="0" err="1"/>
              <a:t>Politecnico</a:t>
            </a:r>
            <a:r>
              <a:rPr lang="en-US" dirty="0"/>
              <a:t> di Milano</a:t>
            </a:r>
          </a:p>
          <a:p>
            <a:pPr>
              <a:spcAft>
                <a:spcPts val="600"/>
              </a:spcAft>
            </a:pPr>
            <a:r>
              <a:rPr lang="en-US" b="1" dirty="0"/>
              <a:t>Study program: </a:t>
            </a:r>
            <a:r>
              <a:rPr lang="en-US" dirty="0"/>
              <a:t>Building and Architecture Engineering </a:t>
            </a:r>
          </a:p>
          <a:p>
            <a:pPr>
              <a:spcAft>
                <a:spcPts val="600"/>
              </a:spcAft>
            </a:pPr>
            <a:r>
              <a:rPr lang="en-US" b="1" dirty="0"/>
              <a:t>Year of study: </a:t>
            </a:r>
            <a:r>
              <a:rPr lang="en-US" dirty="0"/>
              <a:t> Graduated</a:t>
            </a:r>
          </a:p>
          <a:p>
            <a:pPr>
              <a:spcAft>
                <a:spcPts val="600"/>
              </a:spcAft>
            </a:pPr>
            <a:r>
              <a:rPr lang="en-US" b="1" dirty="0"/>
              <a:t>City: </a:t>
            </a:r>
            <a:r>
              <a:rPr lang="en-US" dirty="0"/>
              <a:t>Milan, Italy</a:t>
            </a:r>
          </a:p>
          <a:p>
            <a:pPr>
              <a:spcAft>
                <a:spcPts val="600"/>
              </a:spcAft>
            </a:pPr>
            <a:r>
              <a:rPr lang="en-US" b="1" dirty="0"/>
              <a:t>Motto for life:</a:t>
            </a:r>
            <a:r>
              <a:rPr lang="en-US" dirty="0"/>
              <a:t> Small but consistent steps create big impact.</a:t>
            </a:r>
          </a:p>
          <a:p>
            <a:pPr>
              <a:spcAft>
                <a:spcPts val="600"/>
              </a:spcAft>
            </a:pPr>
            <a:r>
              <a:rPr lang="en-US" b="1" dirty="0"/>
              <a:t>Hobbies: </a:t>
            </a:r>
            <a:r>
              <a:rPr lang="en-US" dirty="0"/>
              <a:t>Skating, Bicycling, Photography, Sketching</a:t>
            </a:r>
          </a:p>
          <a:p>
            <a:pPr>
              <a:spcAft>
                <a:spcPts val="600"/>
              </a:spcAft>
            </a:pPr>
            <a:r>
              <a:rPr lang="en-US" b="1" dirty="0"/>
              <a:t>My expectations from the summer school:</a:t>
            </a:r>
            <a:r>
              <a:rPr lang="en-US" dirty="0"/>
              <a:t> Get hands-on exposure to renewable energy and building technologies.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0C372DC6-110E-A699-3E76-EB713329C9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1142" y="6149315"/>
            <a:ext cx="2690418" cy="62145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8F446614-695A-1FC6-3AC5-7C88D708E4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0294" y="6037037"/>
            <a:ext cx="1809750" cy="590550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>
            <a:extLst>
              <a:ext uri="{FF2B5EF4-FFF2-40B4-BE49-F238E27FC236}">
                <a16:creationId xmlns:a16="http://schemas.microsoft.com/office/drawing/2014/main" id="{E7DD048C-B487-526A-D19D-CA7E4E0E06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203" y="5997466"/>
            <a:ext cx="1425203" cy="82911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14AA8D41-2571-1AEB-B9CD-286CCC9349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" y="4728902"/>
            <a:ext cx="2218681" cy="2131674"/>
          </a:xfrm>
          <a:custGeom>
            <a:avLst/>
            <a:gdLst>
              <a:gd name="connsiteX0" fmla="*/ 0 w 2218681"/>
              <a:gd name="connsiteY0" fmla="*/ 0 h 2131674"/>
              <a:gd name="connsiteX1" fmla="*/ 2218681 w 2218681"/>
              <a:gd name="connsiteY1" fmla="*/ 0 h 2131674"/>
              <a:gd name="connsiteX2" fmla="*/ 2218681 w 2218681"/>
              <a:gd name="connsiteY2" fmla="*/ 2131674 h 2131674"/>
              <a:gd name="connsiteX3" fmla="*/ 0 w 2218681"/>
              <a:gd name="connsiteY3" fmla="*/ 2131674 h 2131674"/>
              <a:gd name="connsiteX4" fmla="*/ 0 w 2218681"/>
              <a:gd name="connsiteY4" fmla="*/ 0 h 213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45069354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softEdge rad="63500"/>
          </a:effectLst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C54ADDC0-A5C0-A8A0-D475-615E93CFF377}"/>
              </a:ext>
            </a:extLst>
          </p:cNvPr>
          <p:cNvSpPr txBox="1"/>
          <p:nvPr/>
        </p:nvSpPr>
        <p:spPr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Karlsruhe</a:t>
            </a:r>
          </a:p>
          <a:p>
            <a:pPr algn="ctr"/>
            <a:r>
              <a:rPr lang="de-DE" sz="1200" dirty="0"/>
              <a:t>31 August to 11 September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C975E-2928-1FF4-674A-AAEDA7A1C0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4"/>
          <a:stretch/>
        </p:blipFill>
        <p:spPr>
          <a:xfrm>
            <a:off x="7795870" y="18493"/>
            <a:ext cx="2773334" cy="27733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20A86B-4A77-422E-167E-A4966D0F88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73" t="17748" r="26633" b="31069"/>
          <a:stretch/>
        </p:blipFill>
        <p:spPr>
          <a:xfrm>
            <a:off x="6870700" y="2934912"/>
            <a:ext cx="4724400" cy="2810355"/>
          </a:xfrm>
          <a:prstGeom prst="rect">
            <a:avLst/>
          </a:prstGeom>
        </p:spPr>
      </p:pic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C1EDC1A7-8B9E-03AD-836E-E945938712A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991591" y="3224604"/>
            <a:ext cx="2231170" cy="1455869"/>
          </a:xfrm>
          <a:prstGeom prst="bentConnector3">
            <a:avLst>
              <a:gd name="adj1" fmla="val 31306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CB67ABE-15DC-FDC6-BB4E-D8A10B86DA42}"/>
              </a:ext>
            </a:extLst>
          </p:cNvPr>
          <p:cNvSpPr txBox="1"/>
          <p:nvPr/>
        </p:nvSpPr>
        <p:spPr>
          <a:xfrm>
            <a:off x="10772376" y="2407509"/>
            <a:ext cx="143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Where I was born “IRAN”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B62429A8-CF0F-CF81-B87A-AF9A309988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26352" y="3960552"/>
            <a:ext cx="1195575" cy="1097000"/>
          </a:xfrm>
          <a:prstGeom prst="bentConnector3">
            <a:avLst>
              <a:gd name="adj1" fmla="val 67443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BBE91D1-0CEE-DB27-AD69-0B5BD14C3967}"/>
              </a:ext>
            </a:extLst>
          </p:cNvPr>
          <p:cNvSpPr txBox="1"/>
          <p:nvPr/>
        </p:nvSpPr>
        <p:spPr>
          <a:xfrm>
            <a:off x="4495800" y="4855040"/>
            <a:ext cx="1897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Where I studied</a:t>
            </a:r>
            <a:br>
              <a:rPr lang="en-US" sz="1200" b="1" dirty="0">
                <a:solidFill>
                  <a:schemeClr val="accent5"/>
                </a:solidFill>
              </a:rPr>
            </a:br>
            <a:r>
              <a:rPr lang="en-US" sz="1200" b="1" dirty="0">
                <a:solidFill>
                  <a:schemeClr val="accent5"/>
                </a:solidFill>
              </a:rPr>
              <a:t>“ITALY”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C6F95B-4027-63F6-FCA7-852CAC96FDAD}"/>
              </a:ext>
            </a:extLst>
          </p:cNvPr>
          <p:cNvSpPr txBox="1"/>
          <p:nvPr/>
        </p:nvSpPr>
        <p:spPr>
          <a:xfrm>
            <a:off x="6106154" y="2084343"/>
            <a:ext cx="1689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US" b="1" dirty="0">
                <a:solidFill>
                  <a:schemeClr val="accent5"/>
                </a:solidFill>
              </a:rPr>
              <a:t>Where I want to find a job and live</a:t>
            </a:r>
          </a:p>
          <a:p>
            <a:r>
              <a:rPr lang="en-US" b="1" dirty="0">
                <a:solidFill>
                  <a:schemeClr val="accent5"/>
                </a:solidFill>
              </a:rPr>
              <a:t>”GERMANY”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A215C77F-A47B-BEF9-B8B2-1BC6ABE59B8E}"/>
              </a:ext>
            </a:extLst>
          </p:cNvPr>
          <p:cNvCxnSpPr>
            <a:cxnSpLocks/>
          </p:cNvCxnSpPr>
          <p:nvPr/>
        </p:nvCxnSpPr>
        <p:spPr>
          <a:xfrm rot="16200000" flipV="1">
            <a:off x="6938491" y="3080481"/>
            <a:ext cx="1008345" cy="89393"/>
          </a:xfrm>
          <a:prstGeom prst="bentConnector3">
            <a:avLst>
              <a:gd name="adj1" fmla="val 77046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9090FD82-DA66-B565-B225-D2BB503D0268}"/>
              </a:ext>
            </a:extLst>
          </p:cNvPr>
          <p:cNvSpPr/>
          <p:nvPr/>
        </p:nvSpPr>
        <p:spPr>
          <a:xfrm>
            <a:off x="10312989" y="4981357"/>
            <a:ext cx="131896" cy="13189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1858F7-131F-5EBE-495C-92F8A2CBCADF}"/>
              </a:ext>
            </a:extLst>
          </p:cNvPr>
          <p:cNvSpPr/>
          <p:nvPr/>
        </p:nvSpPr>
        <p:spPr>
          <a:xfrm>
            <a:off x="7408095" y="3891845"/>
            <a:ext cx="131896" cy="13189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FC1188B-52A7-CD8A-F50A-BCAAD95C3268}"/>
              </a:ext>
            </a:extLst>
          </p:cNvPr>
          <p:cNvSpPr/>
          <p:nvPr/>
        </p:nvSpPr>
        <p:spPr>
          <a:xfrm>
            <a:off x="7408095" y="3563403"/>
            <a:ext cx="131896" cy="131896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84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96</Words>
  <Application>Microsoft Macintosh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Farnoosh Rostami</cp:lastModifiedBy>
  <cp:revision>13</cp:revision>
  <dcterms:created xsi:type="dcterms:W3CDTF">2024-07-25T14:37:25Z</dcterms:created>
  <dcterms:modified xsi:type="dcterms:W3CDTF">2026-08-27T11:37:43Z</dcterms:modified>
</cp:coreProperties>
</file>