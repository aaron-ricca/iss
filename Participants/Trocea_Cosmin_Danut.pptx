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15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3691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Trocea Cosmin Danut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7" y="953666"/>
            <a:ext cx="5391061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 err="1"/>
              <a:t>Transilvania</a:t>
            </a:r>
            <a:r>
              <a:rPr lang="en-US" dirty="0"/>
              <a:t> University of Brasov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</a:t>
            </a:r>
            <a:r>
              <a:rPr lang="en-US" dirty="0"/>
              <a:t>: Renewable Energy Systems Engineering 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en-US" dirty="0"/>
              <a:t>3 years / 6 semesters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Brasov, Romania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Chasing perfection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</a:t>
            </a:r>
            <a:r>
              <a:rPr lang="en-US" dirty="0"/>
              <a:t>: Motorcycles, Cars, Music, Travel, Adventure, Photography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</a:t>
            </a:r>
          </a:p>
          <a:p>
            <a:pPr>
              <a:spcAft>
                <a:spcPts val="600"/>
              </a:spcAft>
            </a:pPr>
            <a:r>
              <a:rPr lang="en-US" dirty="0"/>
              <a:t>I want to connect with new people and grow both personally and professionally, pushing myself to become the best version of who I can be.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E259DA8-0C64-9AC7-5A82-66FD43EE7244}"/>
              </a:ext>
            </a:extLst>
          </p:cNvPr>
          <p:cNvSpPr txBox="1"/>
          <p:nvPr/>
        </p:nvSpPr>
        <p:spPr>
          <a:xfrm>
            <a:off x="6253772" y="2521426"/>
            <a:ext cx="2459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Location where I </a:t>
            </a:r>
            <a:r>
              <a:rPr lang="en-US" dirty="0"/>
              <a:t>study</a:t>
            </a:r>
            <a:r>
              <a:rPr lang="en-US" noProof="0" dirty="0"/>
              <a:t>,</a:t>
            </a:r>
          </a:p>
          <a:p>
            <a:pPr algn="ctr"/>
            <a:r>
              <a:rPr lang="en-US" noProof="0" dirty="0"/>
              <a:t>and where I live 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C372DC6-110E-A699-3E76-EB713329C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F446614-695A-1FC6-3AC5-7C88D708E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>
            <a:extLst>
              <a:ext uri="{FF2B5EF4-FFF2-40B4-BE49-F238E27FC236}">
                <a16:creationId xmlns:a16="http://schemas.microsoft.com/office/drawing/2014/main" id="{E7DD048C-B487-526A-D19D-CA7E4E0E0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4AA8D41-2571-1AEB-B9CD-286CCC9349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onnsiteX0" fmla="*/ 0 w 2218681"/>
              <a:gd name="connsiteY0" fmla="*/ 0 h 2131674"/>
              <a:gd name="connsiteX1" fmla="*/ 2218681 w 2218681"/>
              <a:gd name="connsiteY1" fmla="*/ 0 h 2131674"/>
              <a:gd name="connsiteX2" fmla="*/ 2218681 w 2218681"/>
              <a:gd name="connsiteY2" fmla="*/ 2131674 h 2131674"/>
              <a:gd name="connsiteX3" fmla="*/ 0 w 2218681"/>
              <a:gd name="connsiteY3" fmla="*/ 2131674 h 2131674"/>
              <a:gd name="connsiteX4" fmla="*/ 0 w 2218681"/>
              <a:gd name="connsiteY4" fmla="*/ 0 h 213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50693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63500"/>
          </a:effec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54ADDC0-A5C0-A8A0-D475-615E93CFF377}"/>
              </a:ext>
            </a:extLst>
          </p:cNvPr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</a:p>
          <a:p>
            <a:pPr algn="ctr"/>
            <a:r>
              <a:rPr lang="de-DE" sz="1200" dirty="0"/>
              <a:t>31 August to 11 September 2026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F0D2D2A-B493-0EBB-C552-629BE9D29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134733"/>
            <a:ext cx="2780813" cy="237288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ABCE70-3623-53F9-2D79-8714FCE4A0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97" y="305327"/>
            <a:ext cx="2786815" cy="209011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731957-CF7F-4CB7-695C-AA161EC391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129" y="714204"/>
            <a:ext cx="2988714" cy="460244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user</cp:lastModifiedBy>
  <cp:revision>11</cp:revision>
  <dcterms:created xsi:type="dcterms:W3CDTF">2024-07-25T14:37:25Z</dcterms:created>
  <dcterms:modified xsi:type="dcterms:W3CDTF">2026-08-31T13:35:25Z</dcterms:modified>
</cp:coreProperties>
</file>