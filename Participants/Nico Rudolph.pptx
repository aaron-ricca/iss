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5.svg" ContentType="image/sv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move the slide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02D4C6E-9955-47DC-A9EC-17E2A456D205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DAAA24-230C-4CCE-A8F6-AA87DA088C3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rPr>
              <a:t>Mastertitelformat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Mastertextformat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Zweite Ebene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Dritte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Vierte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Fünfte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Mastertextformat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500CFB8-2008-4975-B169-80AC5BE5F0F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rPr>
              <a:t>Mastertitelformat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Mastertextformat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A00298-170B-4AE1-A11C-46D8FE6CF0C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de-DE" sz="60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rPr>
              <a:t>Mastertitelformat bearbeiten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97F2A0-C1C9-492F-833E-D8368C29E462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87410D-DA14-437A-A01B-073B242A4CB3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kaler Titel u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736704-A2A9-426D-9BA6-56D059C37C2C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AB99AC-ECD3-4C8C-B765-79C417B114C8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-&#10;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60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rPr>
              <a:t>Mastertitelformat bearbeiten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Mastertextformat bearbeiten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772488-9EAB-4F6A-8758-82C8BA9E7E67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40CFAD-FCA7-481D-920A-3CF15529E672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E12238-CA32-4439-BB92-928356FB0A1C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Arial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882AF2-7339-41BC-AD93-2994FB56A605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  <a:ea typeface="Arial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6.png"/><Relationship Id="rId7" Type="http://schemas.openxmlformats.org/officeDocument/2006/relationships/image" Target="../media/image7.jpe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8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66" name="Bildplatzhalter 4" descr="Nahaufnahme eines grünen Felds"/>
          <p:cNvPicPr/>
          <p:nvPr/>
        </p:nvPicPr>
        <p:blipFill>
          <a:blip r:embed="rId1">
            <a:alphaModFix amt="35000"/>
          </a:blip>
          <a:stretch/>
        </p:blipFill>
        <p:spPr>
          <a:xfrm>
            <a:off x="0" y="0"/>
            <a:ext cx="12191400" cy="606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rafik 7" descr="Ein Bild, das Text, Karte enthält.&#10;&#10;Automatisch generierte Beschreibung"/>
          <p:cNvSpPr/>
          <p:nvPr/>
        </p:nvSpPr>
        <p:spPr>
          <a:xfrm>
            <a:off x="6184440" y="938880"/>
            <a:ext cx="2752920" cy="2434320"/>
          </a:xfrm>
          <a:prstGeom prst="roundRect">
            <a:avLst>
              <a:gd name="adj" fmla="val 4167"/>
            </a:avLst>
          </a:prstGeom>
          <a:blipFill rotWithShape="0">
            <a:blip r:embed="rId2"/>
            <a:srcRect/>
            <a:stretch/>
          </a:blipFill>
          <a:ln cap="sq" w="76200">
            <a:solidFill>
              <a:srgbClr val="EAEAE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8" name="Group 10"/>
          <p:cNvGrpSpPr/>
          <p:nvPr/>
        </p:nvGrpSpPr>
        <p:grpSpPr>
          <a:xfrm>
            <a:off x="-360" y="5029200"/>
            <a:ext cx="12227400" cy="1828080"/>
            <a:chOff x="-360" y="5029200"/>
            <a:chExt cx="12227400" cy="1828080"/>
          </a:xfrm>
        </p:grpSpPr>
        <p:sp>
          <p:nvSpPr>
            <p:cNvPr id="69" name="Freeform: Shape 11"/>
            <p:cNvSpPr/>
            <p:nvPr/>
          </p:nvSpPr>
          <p:spPr>
            <a:xfrm>
              <a:off x="-360" y="5029200"/>
              <a:ext cx="12227400" cy="1099080"/>
            </a:xfrm>
            <a:custGeom>
              <a:avLst/>
              <a:gdLst>
                <a:gd name="textAreaLeft" fmla="*/ 0 w 12227400"/>
                <a:gd name="textAreaRight" fmla="*/ 12228120 w 12227400"/>
                <a:gd name="textAreaTop" fmla="*/ 0 h 1099080"/>
                <a:gd name="textAreaBottom" fmla="*/ 1099800 h 1099080"/>
                <a:gd name="GluePoint1X" fmla="*/ 9182100 w 9182100"/>
                <a:gd name="GluePoint1Y" fmla="*/ 396420 h 932744"/>
                <a:gd name="GluePoint2X" fmla="*/ 9103805 w 9182100"/>
                <a:gd name="GluePoint2Y" fmla="*/ 392229 h 932744"/>
                <a:gd name="GluePoint3X" fmla="*/ 8712422 w 9182100"/>
                <a:gd name="GluePoint3Y" fmla="*/ 359749 h 932744"/>
                <a:gd name="GluePoint4X" fmla="*/ 8322755 w 9182100"/>
                <a:gd name="GluePoint4Y" fmla="*/ 313362 h 932744"/>
                <a:gd name="GluePoint5X" fmla="*/ 8134826 w 9182100"/>
                <a:gd name="GluePoint5Y" fmla="*/ 283930 h 932744"/>
                <a:gd name="GluePoint6X" fmla="*/ 8090916 w 9182100"/>
                <a:gd name="GluePoint6Y" fmla="*/ 275643 h 932744"/>
                <a:gd name="GluePoint7X" fmla="*/ 8069485 w 9182100"/>
                <a:gd name="GluePoint7Y" fmla="*/ 271262 h 932744"/>
                <a:gd name="GluePoint8X" fmla="*/ 8041862 w 9182100"/>
                <a:gd name="GluePoint8Y" fmla="*/ 266595 h 932744"/>
                <a:gd name="GluePoint9X" fmla="*/ 7986903 w 9182100"/>
                <a:gd name="GluePoint9Y" fmla="*/ 257546 h 932744"/>
                <a:gd name="GluePoint10X" fmla="*/ 7934230 w 9182100"/>
                <a:gd name="GluePoint10Y" fmla="*/ 249640 h 932744"/>
                <a:gd name="GluePoint11X" fmla="*/ 7727537 w 9182100"/>
                <a:gd name="GluePoint11Y" fmla="*/ 221922 h 932744"/>
                <a:gd name="GluePoint12X" fmla="*/ 7625239 w 9182100"/>
                <a:gd name="GluePoint12Y" fmla="*/ 209730 h 932744"/>
                <a:gd name="GluePoint13X" fmla="*/ 7523227 w 9182100"/>
                <a:gd name="GluePoint13Y" fmla="*/ 198110 h 932744"/>
                <a:gd name="GluePoint14X" fmla="*/ 7115651 w 9182100"/>
                <a:gd name="GluePoint14Y" fmla="*/ 158010 h 932744"/>
                <a:gd name="GluePoint15X" fmla="*/ 6706839 w 9182100"/>
                <a:gd name="GluePoint15Y" fmla="*/ 126958 h 932744"/>
                <a:gd name="GluePoint16X" fmla="*/ 6604064 w 9182100"/>
                <a:gd name="GluePoint16Y" fmla="*/ 120862 h 932744"/>
                <a:gd name="GluePoint17X" fmla="*/ 6501003 w 9182100"/>
                <a:gd name="GluePoint17Y" fmla="*/ 115338 h 932744"/>
                <a:gd name="GluePoint18X" fmla="*/ 6397467 w 9182100"/>
                <a:gd name="GluePoint18Y" fmla="*/ 110385 h 932744"/>
                <a:gd name="GluePoint19X" fmla="*/ 6293168 w 9182100"/>
                <a:gd name="GluePoint19Y" fmla="*/ 106860 h 932744"/>
                <a:gd name="GluePoint20X" fmla="*/ 6079712 w 9182100"/>
                <a:gd name="GluePoint20Y" fmla="*/ 103908 h 932744"/>
                <a:gd name="GluePoint21X" fmla="*/ 6024563 w 9182100"/>
                <a:gd name="GluePoint21Y" fmla="*/ 104479 h 932744"/>
                <a:gd name="GluePoint22X" fmla="*/ 5968080 w 9182100"/>
                <a:gd name="GluePoint22Y" fmla="*/ 106479 h 932744"/>
                <a:gd name="GluePoint23X" fmla="*/ 5855875 w 9182100"/>
                <a:gd name="GluePoint23Y" fmla="*/ 113242 h 932744"/>
                <a:gd name="GluePoint24X" fmla="*/ 5439251 w 9182100"/>
                <a:gd name="GluePoint24Y" fmla="*/ 160105 h 932744"/>
                <a:gd name="GluePoint25X" fmla="*/ 5075396 w 9182100"/>
                <a:gd name="GluePoint25Y" fmla="*/ 186585 h 932744"/>
                <a:gd name="GluePoint26X" fmla="*/ 4712780 w 9182100"/>
                <a:gd name="GluePoint26Y" fmla="*/ 171249 h 932744"/>
                <a:gd name="GluePoint27X" fmla="*/ 4666679 w 9182100"/>
                <a:gd name="GluePoint27Y" fmla="*/ 166773 h 932744"/>
                <a:gd name="GluePoint28X" fmla="*/ 4620292 w 9182100"/>
                <a:gd name="GluePoint28Y" fmla="*/ 161629 h 932744"/>
                <a:gd name="GluePoint29X" fmla="*/ 4573810 w 9182100"/>
                <a:gd name="GluePoint29Y" fmla="*/ 156009 h 932744"/>
                <a:gd name="GluePoint30X" fmla="*/ 4550569 w 9182100"/>
                <a:gd name="GluePoint30Y" fmla="*/ 153057 h 932744"/>
                <a:gd name="GluePoint31X" fmla="*/ 4538948 w 9182100"/>
                <a:gd name="GluePoint31Y" fmla="*/ 151628 h 932744"/>
                <a:gd name="GluePoint32X" fmla="*/ 4526566 w 9182100"/>
                <a:gd name="GluePoint32Y" fmla="*/ 149913 h 932744"/>
                <a:gd name="GluePoint33X" fmla="*/ 4327779 w 9182100"/>
                <a:gd name="GluePoint33Y" fmla="*/ 122862 h 932744"/>
                <a:gd name="GluePoint34X" fmla="*/ 3929729 w 9182100"/>
                <a:gd name="GluePoint34Y" fmla="*/ 68189 h 932744"/>
                <a:gd name="GluePoint35X" fmla="*/ 3729133 w 9182100"/>
                <a:gd name="GluePoint35Y" fmla="*/ 41900 h 932744"/>
                <a:gd name="GluePoint36X" fmla="*/ 3628930 w 9182100"/>
                <a:gd name="GluePoint36Y" fmla="*/ 28946 h 932744"/>
                <a:gd name="GluePoint37X" fmla="*/ 3573399 w 9182100"/>
                <a:gd name="GluePoint37Y" fmla="*/ 22278 h 932744"/>
                <a:gd name="GluePoint38X" fmla="*/ 3516916 w 9182100"/>
                <a:gd name="GluePoint38Y" fmla="*/ 16468 h 932744"/>
                <a:gd name="GluePoint39X" fmla="*/ 3074670 w 9182100"/>
                <a:gd name="GluePoint39Y" fmla="*/ 752 h 932744"/>
                <a:gd name="GluePoint40X" fmla="*/ 2858738 w 9182100"/>
                <a:gd name="GluePoint40Y" fmla="*/ 8753 h 932744"/>
                <a:gd name="GluePoint41X" fmla="*/ 2645474 w 9182100"/>
                <a:gd name="GluePoint41Y" fmla="*/ 25326 h 932744"/>
                <a:gd name="GluePoint42X" fmla="*/ 1810798 w 9182100"/>
                <a:gd name="GluePoint42Y" fmla="*/ 158010 h 932744"/>
                <a:gd name="GluePoint43X" fmla="*/ 1602772 w 9182100"/>
                <a:gd name="GluePoint43Y" fmla="*/ 208111 h 932744"/>
                <a:gd name="GluePoint44X" fmla="*/ 1548860 w 9182100"/>
                <a:gd name="GluePoint44Y" fmla="*/ 222780 h 932744"/>
                <a:gd name="GluePoint45X" fmla="*/ 1501331 w 9182100"/>
                <a:gd name="GluePoint45Y" fmla="*/ 236115 h 932744"/>
                <a:gd name="GluePoint46X" fmla="*/ 1411224 w 9182100"/>
                <a:gd name="GluePoint46Y" fmla="*/ 260880 h 932744"/>
                <a:gd name="GluePoint47X" fmla="*/ 1050893 w 9182100"/>
                <a:gd name="GluePoint47Y" fmla="*/ 338032 h 932744"/>
                <a:gd name="GluePoint48X" fmla="*/ 871252 w 9182100"/>
                <a:gd name="GluePoint48Y" fmla="*/ 360511 h 932744"/>
                <a:gd name="GluePoint49X" fmla="*/ 781812 w 9182100"/>
                <a:gd name="GluePoint49Y" fmla="*/ 366512 h 932744"/>
                <a:gd name="GluePoint50X" fmla="*/ 692563 w 9182100"/>
                <a:gd name="GluePoint50Y" fmla="*/ 369655 h 932744"/>
                <a:gd name="GluePoint51X" fmla="*/ 515017 w 9182100"/>
                <a:gd name="GluePoint51Y" fmla="*/ 363940 h 932744"/>
                <a:gd name="GluePoint52X" fmla="*/ 337661 w 9182100"/>
                <a:gd name="GluePoint52Y" fmla="*/ 341937 h 932744"/>
                <a:gd name="GluePoint53X" fmla="*/ 156972 w 9182100"/>
                <a:gd name="GluePoint53Y" fmla="*/ 303456 h 932744"/>
                <a:gd name="GluePoint54X" fmla="*/ 0 w 9182100"/>
                <a:gd name="GluePoint54Y" fmla="*/ 261642 h 932744"/>
                <a:gd name="GluePoint55X" fmla="*/ 0 w 9182100"/>
                <a:gd name="GluePoint55Y" fmla="*/ 713412 h 932744"/>
                <a:gd name="GluePoint56X" fmla="*/ 9144 w 9182100"/>
                <a:gd name="GluePoint56Y" fmla="*/ 717699 h 932744"/>
                <a:gd name="GluePoint57X" fmla="*/ 213360 w 9182100"/>
                <a:gd name="GluePoint57Y" fmla="*/ 801042 h 932744"/>
                <a:gd name="GluePoint58X" fmla="*/ 653510 w 9182100"/>
                <a:gd name="GluePoint58Y" fmla="*/ 908199 h 932744"/>
                <a:gd name="GluePoint59X" fmla="*/ 1101947 w 9182100"/>
                <a:gd name="GluePoint59Y" fmla="*/ 930773 h 932744"/>
                <a:gd name="GluePoint60X" fmla="*/ 1540002 w 9182100"/>
                <a:gd name="GluePoint60Y" fmla="*/ 889434 h 932744"/>
                <a:gd name="GluePoint61X" fmla="*/ 1647158 w 9182100"/>
                <a:gd name="GluePoint61Y" fmla="*/ 871242 h 932744"/>
                <a:gd name="GluePoint62X" fmla="*/ 1698117 w 9182100"/>
                <a:gd name="GluePoint62Y" fmla="*/ 862193 h 932744"/>
                <a:gd name="GluePoint63X" fmla="*/ 1742789 w 9182100"/>
                <a:gd name="GluePoint63Y" fmla="*/ 854668 h 932744"/>
                <a:gd name="GluePoint64X" fmla="*/ 1931003 w 9182100"/>
                <a:gd name="GluePoint64Y" fmla="*/ 826950 h 932744"/>
                <a:gd name="GluePoint65X" fmla="*/ 2314861 w 9182100"/>
                <a:gd name="GluePoint65Y" fmla="*/ 783897 h 932744"/>
                <a:gd name="GluePoint66X" fmla="*/ 2506885 w 9182100"/>
                <a:gd name="GluePoint66Y" fmla="*/ 768086 h 932744"/>
                <a:gd name="GluePoint67X" fmla="*/ 2602611 w 9182100"/>
                <a:gd name="GluePoint67Y" fmla="*/ 762085 h 932744"/>
                <a:gd name="GluePoint68X" fmla="*/ 2698052 w 9182100"/>
                <a:gd name="GluePoint68Y" fmla="*/ 756846 h 932744"/>
                <a:gd name="GluePoint69X" fmla="*/ 2887980 w 9182100"/>
                <a:gd name="GluePoint69Y" fmla="*/ 750846 h 932744"/>
                <a:gd name="GluePoint70X" fmla="*/ 3075813 w 9182100"/>
                <a:gd name="GluePoint70Y" fmla="*/ 750179 h 932744"/>
                <a:gd name="GluePoint71X" fmla="*/ 3168587 w 9182100"/>
                <a:gd name="GluePoint71Y" fmla="*/ 752751 h 932744"/>
                <a:gd name="GluePoint72X" fmla="*/ 3260408 w 9182100"/>
                <a:gd name="GluePoint72Y" fmla="*/ 756656 h 932744"/>
                <a:gd name="GluePoint73X" fmla="*/ 3440049 w 9182100"/>
                <a:gd name="GluePoint73Y" fmla="*/ 771610 h 932744"/>
                <a:gd name="GluePoint74X" fmla="*/ 3483864 w 9182100"/>
                <a:gd name="GluePoint74Y" fmla="*/ 776849 h 932744"/>
                <a:gd name="GluePoint75X" fmla="*/ 3528536 w 9182100"/>
                <a:gd name="GluePoint75Y" fmla="*/ 782469 h 932744"/>
                <a:gd name="GluePoint76X" fmla="*/ 3628549 w 9182100"/>
                <a:gd name="GluePoint76Y" fmla="*/ 796089 h 932744"/>
                <a:gd name="GluePoint77X" fmla="*/ 3828574 w 9182100"/>
                <a:gd name="GluePoint77Y" fmla="*/ 823140 h 932744"/>
                <a:gd name="GluePoint78X" fmla="*/ 4231196 w 9182100"/>
                <a:gd name="GluePoint78Y" fmla="*/ 874099 h 932744"/>
                <a:gd name="GluePoint79X" fmla="*/ 4433126 w 9182100"/>
                <a:gd name="GluePoint79Y" fmla="*/ 897435 h 932744"/>
                <a:gd name="GluePoint80X" fmla="*/ 4485990 w 9182100"/>
                <a:gd name="GluePoint80Y" fmla="*/ 903246 h 932744"/>
                <a:gd name="GluePoint81X" fmla="*/ 4539806 w 9182100"/>
                <a:gd name="GluePoint81Y" fmla="*/ 908961 h 932744"/>
                <a:gd name="GluePoint82X" fmla="*/ 4593908 w 9182100"/>
                <a:gd name="GluePoint82Y" fmla="*/ 914199 h 932744"/>
                <a:gd name="GluePoint83X" fmla="*/ 4648296 w 9182100"/>
                <a:gd name="GluePoint83Y" fmla="*/ 918771 h 932744"/>
                <a:gd name="GluePoint84X" fmla="*/ 5092446 w 9182100"/>
                <a:gd name="GluePoint84Y" fmla="*/ 931154 h 932744"/>
                <a:gd name="GluePoint85X" fmla="*/ 5533168 w 9182100"/>
                <a:gd name="GluePoint85Y" fmla="*/ 891816 h 932744"/>
                <a:gd name="GluePoint86X" fmla="*/ 5918169 w 9182100"/>
                <a:gd name="GluePoint86Y" fmla="*/ 840666 h 932744"/>
                <a:gd name="GluePoint87X" fmla="*/ 6007323 w 9182100"/>
                <a:gd name="GluePoint87Y" fmla="*/ 833237 h 932744"/>
                <a:gd name="GluePoint88X" fmla="*/ 6051709 w 9182100"/>
                <a:gd name="GluePoint88Y" fmla="*/ 830570 h 932744"/>
                <a:gd name="GluePoint89X" fmla="*/ 6097429 w 9182100"/>
                <a:gd name="GluePoint89Y" fmla="*/ 828379 h 932744"/>
                <a:gd name="GluePoint90X" fmla="*/ 6287834 w 9182100"/>
                <a:gd name="GluePoint90Y" fmla="*/ 822569 h 932744"/>
                <a:gd name="GluePoint91X" fmla="*/ 6681597 w 9182100"/>
                <a:gd name="GluePoint91Y" fmla="*/ 821235 h 932744"/>
                <a:gd name="GluePoint92X" fmla="*/ 7079647 w 9182100"/>
                <a:gd name="GluePoint92Y" fmla="*/ 826569 h 932744"/>
                <a:gd name="GluePoint93X" fmla="*/ 7478173 w 9182100"/>
                <a:gd name="GluePoint93Y" fmla="*/ 836094 h 932744"/>
                <a:gd name="GluePoint94X" fmla="*/ 7871937 w 9182100"/>
                <a:gd name="GluePoint94Y" fmla="*/ 851430 h 932744"/>
                <a:gd name="GluePoint95X" fmla="*/ 7919657 w 9182100"/>
                <a:gd name="GluePoint95Y" fmla="*/ 854097 h 932744"/>
                <a:gd name="GluePoint96X" fmla="*/ 7964901 w 9182100"/>
                <a:gd name="GluePoint96Y" fmla="*/ 857240 h 932744"/>
                <a:gd name="GluePoint97X" fmla="*/ 8015955 w 9182100"/>
                <a:gd name="GluePoint97Y" fmla="*/ 861050 h 932744"/>
                <a:gd name="GluePoint98X" fmla="*/ 8072247 w 9182100"/>
                <a:gd name="GluePoint98Y" fmla="*/ 864384 h 932744"/>
                <a:gd name="GluePoint99X" fmla="*/ 8286750 w 9182100"/>
                <a:gd name="GluePoint99Y" fmla="*/ 868384 h 932744"/>
                <a:gd name="GluePoint100X" fmla="*/ 8704040 w 9182100"/>
                <a:gd name="GluePoint100Y" fmla="*/ 853716 h 932744"/>
                <a:gd name="GluePoint101X" fmla="*/ 9120188 w 9182100"/>
                <a:gd name="GluePoint101Y" fmla="*/ 814092 h 932744"/>
                <a:gd name="GluePoint102X" fmla="*/ 9181909 w 9182100"/>
                <a:gd name="GluePoint102Y" fmla="*/ 805519 h 932744"/>
                <a:gd name="GluePoint103X" fmla="*/ 9181909 w 9182100"/>
                <a:gd name="GluePoint103Y" fmla="*/ 396420 h 9327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  <a:cxn ang="0">
                  <a:pos x="GluePoint64X" y="GluePoint64Y"/>
                </a:cxn>
                <a:cxn ang="0">
                  <a:pos x="GluePoint65X" y="GluePoint65Y"/>
                </a:cxn>
                <a:cxn ang="0">
                  <a:pos x="GluePoint66X" y="GluePoint66Y"/>
                </a:cxn>
                <a:cxn ang="0">
                  <a:pos x="GluePoint67X" y="GluePoint67Y"/>
                </a:cxn>
                <a:cxn ang="0">
                  <a:pos x="GluePoint68X" y="GluePoint68Y"/>
                </a:cxn>
                <a:cxn ang="0">
                  <a:pos x="GluePoint69X" y="GluePoint69Y"/>
                </a:cxn>
                <a:cxn ang="0">
                  <a:pos x="GluePoint70X" y="GluePoint70Y"/>
                </a:cxn>
                <a:cxn ang="0">
                  <a:pos x="GluePoint71X" y="GluePoint71Y"/>
                </a:cxn>
                <a:cxn ang="0">
                  <a:pos x="GluePoint72X" y="GluePoint72Y"/>
                </a:cxn>
                <a:cxn ang="0">
                  <a:pos x="GluePoint73X" y="GluePoint73Y"/>
                </a:cxn>
                <a:cxn ang="0">
                  <a:pos x="GluePoint74X" y="GluePoint74Y"/>
                </a:cxn>
                <a:cxn ang="0">
                  <a:pos x="GluePoint75X" y="GluePoint75Y"/>
                </a:cxn>
                <a:cxn ang="0">
                  <a:pos x="GluePoint76X" y="GluePoint76Y"/>
                </a:cxn>
                <a:cxn ang="0">
                  <a:pos x="GluePoint77X" y="GluePoint77Y"/>
                </a:cxn>
                <a:cxn ang="0">
                  <a:pos x="GluePoint78X" y="GluePoint78Y"/>
                </a:cxn>
                <a:cxn ang="0">
                  <a:pos x="GluePoint79X" y="GluePoint79Y"/>
                </a:cxn>
                <a:cxn ang="0">
                  <a:pos x="GluePoint80X" y="GluePoint80Y"/>
                </a:cxn>
                <a:cxn ang="0">
                  <a:pos x="GluePoint81X" y="GluePoint81Y"/>
                </a:cxn>
                <a:cxn ang="0">
                  <a:pos x="GluePoint82X" y="GluePoint82Y"/>
                </a:cxn>
                <a:cxn ang="0">
                  <a:pos x="GluePoint83X" y="GluePoint83Y"/>
                </a:cxn>
                <a:cxn ang="0">
                  <a:pos x="GluePoint84X" y="GluePoint84Y"/>
                </a:cxn>
                <a:cxn ang="0">
                  <a:pos x="GluePoint85X" y="GluePoint85Y"/>
                </a:cxn>
                <a:cxn ang="0">
                  <a:pos x="GluePoint86X" y="GluePoint86Y"/>
                </a:cxn>
                <a:cxn ang="0">
                  <a:pos x="GluePoint87X" y="GluePoint87Y"/>
                </a:cxn>
                <a:cxn ang="0">
                  <a:pos x="GluePoint88X" y="GluePoint88Y"/>
                </a:cxn>
                <a:cxn ang="0">
                  <a:pos x="GluePoint89X" y="GluePoint89Y"/>
                </a:cxn>
                <a:cxn ang="0">
                  <a:pos x="GluePoint90X" y="GluePoint90Y"/>
                </a:cxn>
                <a:cxn ang="0">
                  <a:pos x="GluePoint91X" y="GluePoint91Y"/>
                </a:cxn>
                <a:cxn ang="0">
                  <a:pos x="GluePoint92X" y="GluePoint92Y"/>
                </a:cxn>
                <a:cxn ang="0">
                  <a:pos x="GluePoint93X" y="GluePoint93Y"/>
                </a:cxn>
                <a:cxn ang="0">
                  <a:pos x="GluePoint94X" y="GluePoint94Y"/>
                </a:cxn>
                <a:cxn ang="0">
                  <a:pos x="GluePoint95X" y="GluePoint95Y"/>
                </a:cxn>
                <a:cxn ang="0">
                  <a:pos x="GluePoint96X" y="GluePoint96Y"/>
                </a:cxn>
                <a:cxn ang="0">
                  <a:pos x="GluePoint97X" y="GluePoint97Y"/>
                </a:cxn>
                <a:cxn ang="0">
                  <a:pos x="GluePoint98X" y="GluePoint98Y"/>
                </a:cxn>
                <a:cxn ang="0">
                  <a:pos x="GluePoint99X" y="GluePoint99Y"/>
                </a:cxn>
                <a:cxn ang="0">
                  <a:pos x="GluePoint100X" y="GluePoint100Y"/>
                </a:cxn>
                <a:cxn ang="0">
                  <a:pos x="GluePoint101X" y="GluePoint101Y"/>
                </a:cxn>
                <a:cxn ang="0">
                  <a:pos x="GluePoint102X" y="GluePoint102Y"/>
                </a:cxn>
                <a:cxn ang="0">
                  <a:pos x="GluePoint103X" y="GluePoint103Y"/>
                </a:cxn>
              </a:cxnLst>
              <a:rect l="textAreaLeft" t="textAreaTop" r="textAreaRight" b="textAreaBottom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70" name="Freeform: Shape 12"/>
            <p:cNvSpPr/>
            <p:nvPr/>
          </p:nvSpPr>
          <p:spPr>
            <a:xfrm>
              <a:off x="-360" y="5241240"/>
              <a:ext cx="12227400" cy="901800"/>
            </a:xfrm>
            <a:custGeom>
              <a:avLst/>
              <a:gdLst>
                <a:gd name="textAreaLeft" fmla="*/ 0 w 12227400"/>
                <a:gd name="textAreaRight" fmla="*/ 12228120 w 12227400"/>
                <a:gd name="textAreaTop" fmla="*/ 0 h 901800"/>
                <a:gd name="textAreaBottom" fmla="*/ 902520 h 901800"/>
                <a:gd name="GluePoint1X" fmla="*/ 9182100 w 9182100"/>
                <a:gd name="GluePoint1Y" fmla="*/ 351088 h 765639"/>
                <a:gd name="GluePoint2X" fmla="*/ 9178480 w 9182100"/>
                <a:gd name="GluePoint2Y" fmla="*/ 350993 h 765639"/>
                <a:gd name="GluePoint3X" fmla="*/ 8783955 w 9182100"/>
                <a:gd name="GluePoint3Y" fmla="*/ 327561 h 765639"/>
                <a:gd name="GluePoint4X" fmla="*/ 8390763 w 9182100"/>
                <a:gd name="GluePoint4Y" fmla="*/ 288795 h 765639"/>
                <a:gd name="GluePoint5X" fmla="*/ 8199502 w 9182100"/>
                <a:gd name="GluePoint5Y" fmla="*/ 262601 h 765639"/>
                <a:gd name="GluePoint6X" fmla="*/ 8153972 w 9182100"/>
                <a:gd name="GluePoint6Y" fmla="*/ 254886 h 765639"/>
                <a:gd name="GluePoint7X" fmla="*/ 8131588 w 9182100"/>
                <a:gd name="GluePoint7Y" fmla="*/ 250790 h 765639"/>
                <a:gd name="GluePoint8X" fmla="*/ 8104632 w 9182100"/>
                <a:gd name="GluePoint8Y" fmla="*/ 246504 h 765639"/>
                <a:gd name="GluePoint9X" fmla="*/ 8050911 w 9182100"/>
                <a:gd name="GluePoint9Y" fmla="*/ 238217 h 765639"/>
                <a:gd name="GluePoint10X" fmla="*/ 7998810 w 9182100"/>
                <a:gd name="GluePoint10Y" fmla="*/ 230978 h 765639"/>
                <a:gd name="GluePoint11X" fmla="*/ 7589902 w 9182100"/>
                <a:gd name="GluePoint11Y" fmla="*/ 183925 h 765639"/>
                <a:gd name="GluePoint12X" fmla="*/ 7183469 w 9182100"/>
                <a:gd name="GluePoint12Y" fmla="*/ 147634 h 765639"/>
                <a:gd name="GluePoint13X" fmla="*/ 6775990 w 9182100"/>
                <a:gd name="GluePoint13Y" fmla="*/ 119821 h 765639"/>
                <a:gd name="GluePoint14X" fmla="*/ 6364795 w 9182100"/>
                <a:gd name="GluePoint14Y" fmla="*/ 102391 h 765639"/>
                <a:gd name="GluePoint15X" fmla="*/ 6154293 w 9182100"/>
                <a:gd name="GluePoint15Y" fmla="*/ 100581 h 765639"/>
                <a:gd name="GluePoint16X" fmla="*/ 6100287 w 9182100"/>
                <a:gd name="GluePoint16Y" fmla="*/ 101343 h 765639"/>
                <a:gd name="GluePoint17X" fmla="*/ 6045327 w 9182100"/>
                <a:gd name="GluePoint17Y" fmla="*/ 103438 h 765639"/>
                <a:gd name="GluePoint18X" fmla="*/ 5935980 w 9182100"/>
                <a:gd name="GluePoint18Y" fmla="*/ 110296 h 765639"/>
                <a:gd name="GluePoint19X" fmla="*/ 5523357 w 9182100"/>
                <a:gd name="GluePoint19Y" fmla="*/ 157635 h 765639"/>
                <a:gd name="GluePoint20X" fmla="*/ 5149882 w 9182100"/>
                <a:gd name="GluePoint20Y" fmla="*/ 185639 h 765639"/>
                <a:gd name="GluePoint21X" fmla="*/ 4777073 w 9182100"/>
                <a:gd name="GluePoint21Y" fmla="*/ 170685 h 765639"/>
                <a:gd name="GluePoint22X" fmla="*/ 4729925 w 9182100"/>
                <a:gd name="GluePoint22Y" fmla="*/ 166208 h 765639"/>
                <a:gd name="GluePoint23X" fmla="*/ 4682585 w 9182100"/>
                <a:gd name="GluePoint23Y" fmla="*/ 161064 h 765639"/>
                <a:gd name="GluePoint24X" fmla="*/ 4635151 w 9182100"/>
                <a:gd name="GluePoint24Y" fmla="*/ 155445 h 765639"/>
                <a:gd name="GluePoint25X" fmla="*/ 4611434 w 9182100"/>
                <a:gd name="GluePoint25Y" fmla="*/ 152492 h 765639"/>
                <a:gd name="GluePoint26X" fmla="*/ 4587145 w 9182100"/>
                <a:gd name="GluePoint26Y" fmla="*/ 149349 h 765639"/>
                <a:gd name="GluePoint27X" fmla="*/ 4387977 w 9182100"/>
                <a:gd name="GluePoint27Y" fmla="*/ 122774 h 765639"/>
                <a:gd name="GluePoint28X" fmla="*/ 3989356 w 9182100"/>
                <a:gd name="GluePoint28Y" fmla="*/ 68577 h 765639"/>
                <a:gd name="GluePoint29X" fmla="*/ 3789140 w 9182100"/>
                <a:gd name="GluePoint29Y" fmla="*/ 42192 h 765639"/>
                <a:gd name="GluePoint30X" fmla="*/ 3689033 w 9182100"/>
                <a:gd name="GluePoint30Y" fmla="*/ 29143 h 765639"/>
                <a:gd name="GluePoint31X" fmla="*/ 3634835 w 9182100"/>
                <a:gd name="GluePoint31Y" fmla="*/ 22571 h 765639"/>
                <a:gd name="GluePoint32X" fmla="*/ 3579876 w 9182100"/>
                <a:gd name="GluePoint32Y" fmla="*/ 16856 h 765639"/>
                <a:gd name="GluePoint33X" fmla="*/ 3147441 w 9182100"/>
                <a:gd name="GluePoint33Y" fmla="*/ 473 h 765639"/>
                <a:gd name="GluePoint34X" fmla="*/ 2724722 w 9182100"/>
                <a:gd name="GluePoint34Y" fmla="*/ 22857 h 765639"/>
                <a:gd name="GluePoint35X" fmla="*/ 1898428 w 9182100"/>
                <a:gd name="GluePoint35Y" fmla="*/ 147730 h 765639"/>
                <a:gd name="GluePoint36X" fmla="*/ 1692878 w 9182100"/>
                <a:gd name="GluePoint36Y" fmla="*/ 195069 h 765639"/>
                <a:gd name="GluePoint37X" fmla="*/ 1640205 w 9182100"/>
                <a:gd name="GluePoint37Y" fmla="*/ 208785 h 765639"/>
                <a:gd name="GluePoint38X" fmla="*/ 1592294 w 9182100"/>
                <a:gd name="GluePoint38Y" fmla="*/ 221643 h 765639"/>
                <a:gd name="GluePoint39X" fmla="*/ 1500092 w 9182100"/>
                <a:gd name="GluePoint39Y" fmla="*/ 245551 h 765639"/>
                <a:gd name="GluePoint40X" fmla="*/ 1130046 w 9182100"/>
                <a:gd name="GluePoint40Y" fmla="*/ 318227 h 765639"/>
                <a:gd name="GluePoint41X" fmla="*/ 944880 w 9182100"/>
                <a:gd name="GluePoint41Y" fmla="*/ 337658 h 765639"/>
                <a:gd name="GluePoint42X" fmla="*/ 852583 w 9182100"/>
                <a:gd name="GluePoint42Y" fmla="*/ 341944 h 765639"/>
                <a:gd name="GluePoint43X" fmla="*/ 760476 w 9182100"/>
                <a:gd name="GluePoint43Y" fmla="*/ 343087 h 765639"/>
                <a:gd name="GluePoint44X" fmla="*/ 577215 w 9182100"/>
                <a:gd name="GluePoint44Y" fmla="*/ 332800 h 765639"/>
                <a:gd name="GluePoint45X" fmla="*/ 394907 w 9182100"/>
                <a:gd name="GluePoint45Y" fmla="*/ 305463 h 765639"/>
                <a:gd name="GluePoint46X" fmla="*/ 211265 w 9182100"/>
                <a:gd name="GluePoint46Y" fmla="*/ 261363 h 765639"/>
                <a:gd name="GluePoint47X" fmla="*/ 17526 w 9182100"/>
                <a:gd name="GluePoint47Y" fmla="*/ 204880 h 765639"/>
                <a:gd name="GluePoint48X" fmla="*/ 0 w 9182100"/>
                <a:gd name="GluePoint48Y" fmla="*/ 199927 h 765639"/>
                <a:gd name="GluePoint49X" fmla="*/ 0 w 9182100"/>
                <a:gd name="GluePoint49Y" fmla="*/ 526920 h 765639"/>
                <a:gd name="GluePoint50X" fmla="*/ 100298 w 9182100"/>
                <a:gd name="GluePoint50Y" fmla="*/ 571973 h 765639"/>
                <a:gd name="GluePoint51X" fmla="*/ 301562 w 9182100"/>
                <a:gd name="GluePoint51Y" fmla="*/ 649697 h 765639"/>
                <a:gd name="GluePoint52X" fmla="*/ 731044 w 9182100"/>
                <a:gd name="GluePoint52Y" fmla="*/ 746947 h 765639"/>
                <a:gd name="GluePoint53X" fmla="*/ 1168241 w 9182100"/>
                <a:gd name="GluePoint53Y" fmla="*/ 762759 h 765639"/>
                <a:gd name="GluePoint54X" fmla="*/ 1596581 w 9182100"/>
                <a:gd name="GluePoint54Y" fmla="*/ 716944 h 765639"/>
                <a:gd name="GluePoint55X" fmla="*/ 1701641 w 9182100"/>
                <a:gd name="GluePoint55Y" fmla="*/ 697894 h 765639"/>
                <a:gd name="GluePoint56X" fmla="*/ 1752124 w 9182100"/>
                <a:gd name="GluePoint56Y" fmla="*/ 688273 h 765639"/>
                <a:gd name="GluePoint57X" fmla="*/ 1797939 w 9182100"/>
                <a:gd name="GluePoint57Y" fmla="*/ 679891 h 765639"/>
                <a:gd name="GluePoint58X" fmla="*/ 1988630 w 9182100"/>
                <a:gd name="GluePoint58Y" fmla="*/ 649316 h 765639"/>
                <a:gd name="GluePoint59X" fmla="*/ 2376297 w 9182100"/>
                <a:gd name="GluePoint59Y" fmla="*/ 601691 h 765639"/>
                <a:gd name="GluePoint60X" fmla="*/ 2570416 w 9182100"/>
                <a:gd name="GluePoint60Y" fmla="*/ 584165 h 765639"/>
                <a:gd name="GluePoint61X" fmla="*/ 2764155 w 9182100"/>
                <a:gd name="GluePoint61Y" fmla="*/ 571497 h 765639"/>
                <a:gd name="GluePoint62X" fmla="*/ 2956941 w 9182100"/>
                <a:gd name="GluePoint62Y" fmla="*/ 564163 h 765639"/>
                <a:gd name="GluePoint63X" fmla="*/ 3148298 w 9182100"/>
                <a:gd name="GluePoint63Y" fmla="*/ 562639 h 765639"/>
                <a:gd name="GluePoint64X" fmla="*/ 3337274 w 9182100"/>
                <a:gd name="GluePoint64Y" fmla="*/ 568544 h 765639"/>
                <a:gd name="GluePoint65X" fmla="*/ 3522345 w 9182100"/>
                <a:gd name="GluePoint65Y" fmla="*/ 583308 h 765639"/>
                <a:gd name="GluePoint66X" fmla="*/ 3567779 w 9182100"/>
                <a:gd name="GluePoint66Y" fmla="*/ 588642 h 765639"/>
                <a:gd name="GluePoint67X" fmla="*/ 3613785 w 9182100"/>
                <a:gd name="GluePoint67Y" fmla="*/ 594357 h 765639"/>
                <a:gd name="GluePoint68X" fmla="*/ 3713798 w 9182100"/>
                <a:gd name="GluePoint68Y" fmla="*/ 607882 h 765639"/>
                <a:gd name="GluePoint69X" fmla="*/ 3913823 w 9182100"/>
                <a:gd name="GluePoint69Y" fmla="*/ 634838 h 765639"/>
                <a:gd name="GluePoint70X" fmla="*/ 4315873 w 9182100"/>
                <a:gd name="GluePoint70Y" fmla="*/ 686273 h 765639"/>
                <a:gd name="GluePoint71X" fmla="*/ 4517422 w 9182100"/>
                <a:gd name="GluePoint71Y" fmla="*/ 710086 h 765639"/>
                <a:gd name="GluePoint72X" fmla="*/ 4728972 w 9182100"/>
                <a:gd name="GluePoint72Y" fmla="*/ 731422 h 765639"/>
                <a:gd name="GluePoint73X" fmla="*/ 5162931 w 9182100"/>
                <a:gd name="GluePoint73Y" fmla="*/ 744185 h 765639"/>
                <a:gd name="GluePoint74X" fmla="*/ 5594033 w 9182100"/>
                <a:gd name="GluePoint74Y" fmla="*/ 706466 h 765639"/>
                <a:gd name="GluePoint75X" fmla="*/ 5982939 w 9182100"/>
                <a:gd name="GluePoint75Y" fmla="*/ 655793 h 765639"/>
                <a:gd name="GluePoint76X" fmla="*/ 6075045 w 9182100"/>
                <a:gd name="GluePoint76Y" fmla="*/ 648459 h 765639"/>
                <a:gd name="GluePoint77X" fmla="*/ 6167819 w 9182100"/>
                <a:gd name="GluePoint77Y" fmla="*/ 643887 h 765639"/>
                <a:gd name="GluePoint78X" fmla="*/ 6361081 w 9182100"/>
                <a:gd name="GluePoint78Y" fmla="*/ 639124 h 765639"/>
                <a:gd name="GluePoint79X" fmla="*/ 6757321 w 9182100"/>
                <a:gd name="GluePoint79Y" fmla="*/ 640458 h 765639"/>
                <a:gd name="GluePoint80X" fmla="*/ 7156704 w 9182100"/>
                <a:gd name="GluePoint80Y" fmla="*/ 649030 h 765639"/>
                <a:gd name="GluePoint81X" fmla="*/ 7556373 w 9182100"/>
                <a:gd name="GluePoint81Y" fmla="*/ 662365 h 765639"/>
                <a:gd name="GluePoint82X" fmla="*/ 7952328 w 9182100"/>
                <a:gd name="GluePoint82Y" fmla="*/ 682177 h 765639"/>
                <a:gd name="GluePoint83X" fmla="*/ 8000714 w 9182100"/>
                <a:gd name="GluePoint83Y" fmla="*/ 685511 h 765639"/>
                <a:gd name="GluePoint84X" fmla="*/ 8047196 w 9182100"/>
                <a:gd name="GluePoint84Y" fmla="*/ 689416 h 765639"/>
                <a:gd name="GluePoint85X" fmla="*/ 8097965 w 9182100"/>
                <a:gd name="GluePoint85Y" fmla="*/ 693893 h 765639"/>
                <a:gd name="GluePoint86X" fmla="*/ 8152733 w 9182100"/>
                <a:gd name="GluePoint86Y" fmla="*/ 697894 h 765639"/>
                <a:gd name="GluePoint87X" fmla="*/ 8363903 w 9182100"/>
                <a:gd name="GluePoint87Y" fmla="*/ 705133 h 765639"/>
                <a:gd name="GluePoint88X" fmla="*/ 8777764 w 9182100"/>
                <a:gd name="GluePoint88Y" fmla="*/ 698084 h 765639"/>
                <a:gd name="GluePoint89X" fmla="*/ 9182005 w 9182100"/>
                <a:gd name="GluePoint89Y" fmla="*/ 668366 h 765639"/>
                <a:gd name="GluePoint90X" fmla="*/ 9182005 w 9182100"/>
                <a:gd name="GluePoint90Y" fmla="*/ 351088 h 76563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  <a:cxn ang="0">
                  <a:pos x="GluePoint64X" y="GluePoint64Y"/>
                </a:cxn>
                <a:cxn ang="0">
                  <a:pos x="GluePoint65X" y="GluePoint65Y"/>
                </a:cxn>
                <a:cxn ang="0">
                  <a:pos x="GluePoint66X" y="GluePoint66Y"/>
                </a:cxn>
                <a:cxn ang="0">
                  <a:pos x="GluePoint67X" y="GluePoint67Y"/>
                </a:cxn>
                <a:cxn ang="0">
                  <a:pos x="GluePoint68X" y="GluePoint68Y"/>
                </a:cxn>
                <a:cxn ang="0">
                  <a:pos x="GluePoint69X" y="GluePoint69Y"/>
                </a:cxn>
                <a:cxn ang="0">
                  <a:pos x="GluePoint70X" y="GluePoint70Y"/>
                </a:cxn>
                <a:cxn ang="0">
                  <a:pos x="GluePoint71X" y="GluePoint71Y"/>
                </a:cxn>
                <a:cxn ang="0">
                  <a:pos x="GluePoint72X" y="GluePoint72Y"/>
                </a:cxn>
                <a:cxn ang="0">
                  <a:pos x="GluePoint73X" y="GluePoint73Y"/>
                </a:cxn>
                <a:cxn ang="0">
                  <a:pos x="GluePoint74X" y="GluePoint74Y"/>
                </a:cxn>
                <a:cxn ang="0">
                  <a:pos x="GluePoint75X" y="GluePoint75Y"/>
                </a:cxn>
                <a:cxn ang="0">
                  <a:pos x="GluePoint76X" y="GluePoint76Y"/>
                </a:cxn>
                <a:cxn ang="0">
                  <a:pos x="GluePoint77X" y="GluePoint77Y"/>
                </a:cxn>
                <a:cxn ang="0">
                  <a:pos x="GluePoint78X" y="GluePoint78Y"/>
                </a:cxn>
                <a:cxn ang="0">
                  <a:pos x="GluePoint79X" y="GluePoint79Y"/>
                </a:cxn>
                <a:cxn ang="0">
                  <a:pos x="GluePoint80X" y="GluePoint80Y"/>
                </a:cxn>
                <a:cxn ang="0">
                  <a:pos x="GluePoint81X" y="GluePoint81Y"/>
                </a:cxn>
                <a:cxn ang="0">
                  <a:pos x="GluePoint82X" y="GluePoint82Y"/>
                </a:cxn>
                <a:cxn ang="0">
                  <a:pos x="GluePoint83X" y="GluePoint83Y"/>
                </a:cxn>
                <a:cxn ang="0">
                  <a:pos x="GluePoint84X" y="GluePoint84Y"/>
                </a:cxn>
                <a:cxn ang="0">
                  <a:pos x="GluePoint85X" y="GluePoint85Y"/>
                </a:cxn>
                <a:cxn ang="0">
                  <a:pos x="GluePoint86X" y="GluePoint86Y"/>
                </a:cxn>
                <a:cxn ang="0">
                  <a:pos x="GluePoint87X" y="GluePoint87Y"/>
                </a:cxn>
                <a:cxn ang="0">
                  <a:pos x="GluePoint88X" y="GluePoint88Y"/>
                </a:cxn>
                <a:cxn ang="0">
                  <a:pos x="GluePoint89X" y="GluePoint89Y"/>
                </a:cxn>
                <a:cxn ang="0">
                  <a:pos x="GluePoint90X" y="GluePoint90Y"/>
                </a:cxn>
              </a:cxnLst>
              <a:rect l="textAreaLeft" t="textAreaTop" r="textAreaRight" b="textAreaBottom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71" name="Freeform: Shape 13"/>
            <p:cNvSpPr/>
            <p:nvPr/>
          </p:nvSpPr>
          <p:spPr>
            <a:xfrm>
              <a:off x="-360" y="5543280"/>
              <a:ext cx="12227400" cy="640800"/>
            </a:xfrm>
            <a:custGeom>
              <a:avLst/>
              <a:gdLst>
                <a:gd name="textAreaLeft" fmla="*/ 0 w 12227400"/>
                <a:gd name="textAreaRight" fmla="*/ 12228120 w 12227400"/>
                <a:gd name="textAreaTop" fmla="*/ 0 h 640800"/>
                <a:gd name="textAreaBottom" fmla="*/ 641520 h 640800"/>
                <a:gd name="GluePoint1X" fmla="*/ 9182100 w 9182100"/>
                <a:gd name="GluePoint1Y" fmla="*/ 154189 h 544245"/>
                <a:gd name="GluePoint2X" fmla="*/ 9047702 w 9182100"/>
                <a:gd name="GluePoint2Y" fmla="*/ 162762 h 544245"/>
                <a:gd name="GluePoint3X" fmla="*/ 8652224 w 9182100"/>
                <a:gd name="GluePoint3Y" fmla="*/ 178287 h 544245"/>
                <a:gd name="GluePoint4X" fmla="*/ 8255603 w 9182100"/>
                <a:gd name="GluePoint4Y" fmla="*/ 161047 h 544245"/>
                <a:gd name="GluePoint5X" fmla="*/ 8060722 w 9182100"/>
                <a:gd name="GluePoint5Y" fmla="*/ 140854 h 544245"/>
                <a:gd name="GluePoint6X" fmla="*/ 8013478 w 9182100"/>
                <a:gd name="GluePoint6Y" fmla="*/ 134187 h 544245"/>
                <a:gd name="GluePoint7X" fmla="*/ 7990428 w 9182100"/>
                <a:gd name="GluePoint7Y" fmla="*/ 130567 h 544245"/>
                <a:gd name="GluePoint8X" fmla="*/ 7964139 w 9182100"/>
                <a:gd name="GluePoint8Y" fmla="*/ 126853 h 544245"/>
                <a:gd name="GluePoint9X" fmla="*/ 7911656 w 9182100"/>
                <a:gd name="GluePoint9Y" fmla="*/ 119518 h 544245"/>
                <a:gd name="GluePoint10X" fmla="*/ 7860220 w 9182100"/>
                <a:gd name="GluePoint10Y" fmla="*/ 113232 h 544245"/>
                <a:gd name="GluePoint11X" fmla="*/ 7453884 w 9182100"/>
                <a:gd name="GluePoint11Y" fmla="*/ 70369 h 544245"/>
                <a:gd name="GluePoint12X" fmla="*/ 7048976 w 9182100"/>
                <a:gd name="GluePoint12Y" fmla="*/ 36556 h 544245"/>
                <a:gd name="GluePoint13X" fmla="*/ 6846285 w 9182100"/>
                <a:gd name="GluePoint13Y" fmla="*/ 22649 h 544245"/>
                <a:gd name="GluePoint14X" fmla="*/ 6643212 w 9182100"/>
                <a:gd name="GluePoint14Y" fmla="*/ 11600 h 544245"/>
                <a:gd name="GluePoint15X" fmla="*/ 6541485 w 9182100"/>
                <a:gd name="GluePoint15Y" fmla="*/ 7314 h 544245"/>
                <a:gd name="GluePoint16X" fmla="*/ 6439567 w 9182100"/>
                <a:gd name="GluePoint16Y" fmla="*/ 3885 h 544245"/>
                <a:gd name="GluePoint17X" fmla="*/ 6337459 w 9182100"/>
                <a:gd name="GluePoint17Y" fmla="*/ 1313 h 544245"/>
                <a:gd name="GluePoint18X" fmla="*/ 6234970 w 9182100"/>
                <a:gd name="GluePoint18Y" fmla="*/ 75 h 544245"/>
                <a:gd name="GluePoint19X" fmla="*/ 6027802 w 9182100"/>
                <a:gd name="GluePoint19Y" fmla="*/ 2265 h 544245"/>
                <a:gd name="GluePoint20X" fmla="*/ 5921978 w 9182100"/>
                <a:gd name="GluePoint20Y" fmla="*/ 6552 h 544245"/>
                <a:gd name="GluePoint21X" fmla="*/ 5815965 w 9182100"/>
                <a:gd name="GluePoint21Y" fmla="*/ 14362 h 544245"/>
                <a:gd name="GluePoint22X" fmla="*/ 5408390 w 9182100"/>
                <a:gd name="GluePoint22Y" fmla="*/ 67036 h 544245"/>
                <a:gd name="GluePoint23X" fmla="*/ 5023866 w 9182100"/>
                <a:gd name="GluePoint23Y" fmla="*/ 103992 h 544245"/>
                <a:gd name="GluePoint24X" fmla="*/ 4831556 w 9182100"/>
                <a:gd name="GluePoint24Y" fmla="*/ 106374 h 544245"/>
                <a:gd name="GluePoint25X" fmla="*/ 4637723 w 9182100"/>
                <a:gd name="GluePoint25Y" fmla="*/ 98754 h 544245"/>
                <a:gd name="GluePoint26X" fmla="*/ 4442460 w 9182100"/>
                <a:gd name="GluePoint26Y" fmla="*/ 83038 h 544245"/>
                <a:gd name="GluePoint27X" fmla="*/ 4341686 w 9182100"/>
                <a:gd name="GluePoint27Y" fmla="*/ 77227 h 544245"/>
                <a:gd name="GluePoint28X" fmla="*/ 4241006 w 9182100"/>
                <a:gd name="GluePoint28Y" fmla="*/ 71989 h 544245"/>
                <a:gd name="GluePoint29X" fmla="*/ 3836956 w 9182100"/>
                <a:gd name="GluePoint29Y" fmla="*/ 54177 h 544245"/>
                <a:gd name="GluePoint30X" fmla="*/ 3634549 w 9182100"/>
                <a:gd name="GluePoint30Y" fmla="*/ 45414 h 544245"/>
                <a:gd name="GluePoint31X" fmla="*/ 3533394 w 9182100"/>
                <a:gd name="GluePoint31Y" fmla="*/ 40461 h 544245"/>
                <a:gd name="GluePoint32X" fmla="*/ 3481959 w 9182100"/>
                <a:gd name="GluePoint32Y" fmla="*/ 37889 h 544245"/>
                <a:gd name="GluePoint33X" fmla="*/ 3430238 w 9182100"/>
                <a:gd name="GluePoint33Y" fmla="*/ 35889 h 544245"/>
                <a:gd name="GluePoint34X" fmla="*/ 3020473 w 9182100"/>
                <a:gd name="GluePoint34Y" fmla="*/ 37603 h 544245"/>
                <a:gd name="GluePoint35X" fmla="*/ 2614422 w 9182100"/>
                <a:gd name="GluePoint35Y" fmla="*/ 56844 h 544245"/>
                <a:gd name="GluePoint36X" fmla="*/ 2208657 w 9182100"/>
                <a:gd name="GluePoint36Y" fmla="*/ 81609 h 544245"/>
                <a:gd name="GluePoint37X" fmla="*/ 1800606 w 9182100"/>
                <a:gd name="GluePoint37Y" fmla="*/ 107612 h 544245"/>
                <a:gd name="GluePoint38X" fmla="*/ 1594676 w 9182100"/>
                <a:gd name="GluePoint38Y" fmla="*/ 124948 h 544245"/>
                <a:gd name="GluePoint39X" fmla="*/ 1491996 w 9182100"/>
                <a:gd name="GluePoint39Y" fmla="*/ 136568 h 544245"/>
                <a:gd name="GluePoint40X" fmla="*/ 1442942 w 9182100"/>
                <a:gd name="GluePoint40Y" fmla="*/ 141902 h 544245"/>
                <a:gd name="GluePoint41X" fmla="*/ 1418463 w 9182100"/>
                <a:gd name="GluePoint41Y" fmla="*/ 144664 h 544245"/>
                <a:gd name="GluePoint42X" fmla="*/ 1393984 w 9182100"/>
                <a:gd name="GluePoint42Y" fmla="*/ 146855 h 544245"/>
                <a:gd name="GluePoint43X" fmla="*/ 1006697 w 9182100"/>
                <a:gd name="GluePoint43Y" fmla="*/ 169810 h 544245"/>
                <a:gd name="GluePoint44X" fmla="*/ 816864 w 9182100"/>
                <a:gd name="GluePoint44Y" fmla="*/ 170953 h 544245"/>
                <a:gd name="GluePoint45X" fmla="*/ 769906 w 9182100"/>
                <a:gd name="GluePoint45Y" fmla="*/ 169715 h 544245"/>
                <a:gd name="GluePoint46X" fmla="*/ 723043 w 9182100"/>
                <a:gd name="GluePoint46Y" fmla="*/ 168096 h 544245"/>
                <a:gd name="GluePoint47X" fmla="*/ 676370 w 9182100"/>
                <a:gd name="GluePoint47Y" fmla="*/ 166286 h 544245"/>
                <a:gd name="GluePoint48X" fmla="*/ 629888 w 9182100"/>
                <a:gd name="GluePoint48Y" fmla="*/ 163333 h 544245"/>
                <a:gd name="GluePoint49X" fmla="*/ 445484 w 9182100"/>
                <a:gd name="GluePoint49Y" fmla="*/ 146093 h 544245"/>
                <a:gd name="GluePoint50X" fmla="*/ 263366 w 9182100"/>
                <a:gd name="GluePoint50Y" fmla="*/ 115232 h 544245"/>
                <a:gd name="GluePoint51X" fmla="*/ 81439 w 9182100"/>
                <a:gd name="GluePoint51Y" fmla="*/ 70369 h 544245"/>
                <a:gd name="GluePoint52X" fmla="*/ 35338 w 9182100"/>
                <a:gd name="GluePoint52Y" fmla="*/ 57034 h 544245"/>
                <a:gd name="GluePoint53X" fmla="*/ 0 w 9182100"/>
                <a:gd name="GluePoint53Y" fmla="*/ 46652 h 544245"/>
                <a:gd name="GluePoint54X" fmla="*/ 0 w 9182100"/>
                <a:gd name="GluePoint54Y" fmla="*/ 426795 h 544245"/>
                <a:gd name="GluePoint55X" fmla="*/ 178594 w 9182100"/>
                <a:gd name="GluePoint55Y" fmla="*/ 479658 h 544245"/>
                <a:gd name="GluePoint56X" fmla="*/ 610457 w 9182100"/>
                <a:gd name="GluePoint56Y" fmla="*/ 542619 h 544245"/>
                <a:gd name="GluePoint57X" fmla="*/ 826865 w 9182100"/>
                <a:gd name="GluePoint57Y" fmla="*/ 539666 h 544245"/>
                <a:gd name="GluePoint58X" fmla="*/ 1039654 w 9182100"/>
                <a:gd name="GluePoint58Y" fmla="*/ 515187 h 544245"/>
                <a:gd name="GluePoint59X" fmla="*/ 1449705 w 9182100"/>
                <a:gd name="GluePoint59Y" fmla="*/ 415270 h 544245"/>
                <a:gd name="GluePoint60X" fmla="*/ 1548765 w 9182100"/>
                <a:gd name="GluePoint60Y" fmla="*/ 382123 h 544245"/>
                <a:gd name="GluePoint61X" fmla="*/ 1642872 w 9182100"/>
                <a:gd name="GluePoint61Y" fmla="*/ 349261 h 544245"/>
                <a:gd name="GluePoint62X" fmla="*/ 1832991 w 9182100"/>
                <a:gd name="GluePoint62Y" fmla="*/ 289158 h 544245"/>
                <a:gd name="GluePoint63X" fmla="*/ 2222754 w 9182100"/>
                <a:gd name="GluePoint63Y" fmla="*/ 193623 h 544245"/>
                <a:gd name="GluePoint64X" fmla="*/ 2620137 w 9182100"/>
                <a:gd name="GluePoint64Y" fmla="*/ 138378 h 544245"/>
                <a:gd name="GluePoint65X" fmla="*/ 3020473 w 9182100"/>
                <a:gd name="GluePoint65Y" fmla="*/ 127234 h 544245"/>
                <a:gd name="GluePoint66X" fmla="*/ 3219736 w 9182100"/>
                <a:gd name="GluePoint66Y" fmla="*/ 139807 h 544245"/>
                <a:gd name="GluePoint67X" fmla="*/ 3318605 w 9182100"/>
                <a:gd name="GluePoint67Y" fmla="*/ 151713 h 544245"/>
                <a:gd name="GluePoint68X" fmla="*/ 3367754 w 9182100"/>
                <a:gd name="GluePoint68Y" fmla="*/ 158666 h 544245"/>
                <a:gd name="GluePoint69X" fmla="*/ 3416618 w 9182100"/>
                <a:gd name="GluePoint69Y" fmla="*/ 166858 h 544245"/>
                <a:gd name="GluePoint70X" fmla="*/ 3465195 w 9182100"/>
                <a:gd name="GluePoint70Y" fmla="*/ 176097 h 544245"/>
                <a:gd name="GluePoint71X" fmla="*/ 3513868 w 9182100"/>
                <a:gd name="GluePoint71Y" fmla="*/ 185908 h 544245"/>
                <a:gd name="GluePoint72X" fmla="*/ 3612737 w 9182100"/>
                <a:gd name="GluePoint72Y" fmla="*/ 207625 h 544245"/>
                <a:gd name="GluePoint73X" fmla="*/ 3810381 w 9182100"/>
                <a:gd name="GluePoint73Y" fmla="*/ 252106 h 544245"/>
                <a:gd name="GluePoint74X" fmla="*/ 4206621 w 9182100"/>
                <a:gd name="GluePoint74Y" fmla="*/ 339736 h 544245"/>
                <a:gd name="GluePoint75X" fmla="*/ 4306062 w 9182100"/>
                <a:gd name="GluePoint75Y" fmla="*/ 359834 h 544245"/>
                <a:gd name="GluePoint76X" fmla="*/ 4405503 w 9182100"/>
                <a:gd name="GluePoint76Y" fmla="*/ 378979 h 544245"/>
                <a:gd name="GluePoint77X" fmla="*/ 4611529 w 9182100"/>
                <a:gd name="GluePoint77Y" fmla="*/ 405745 h 544245"/>
                <a:gd name="GluePoint78X" fmla="*/ 5031677 w 9182100"/>
                <a:gd name="GluePoint78Y" fmla="*/ 427462 h 544245"/>
                <a:gd name="GluePoint79X" fmla="*/ 5243227 w 9182100"/>
                <a:gd name="GluePoint79Y" fmla="*/ 418699 h 544245"/>
                <a:gd name="GluePoint80X" fmla="*/ 5451062 w 9182100"/>
                <a:gd name="GluePoint80Y" fmla="*/ 398029 h 544245"/>
                <a:gd name="GluePoint81X" fmla="*/ 5844635 w 9182100"/>
                <a:gd name="GluePoint81Y" fmla="*/ 353071 h 544245"/>
                <a:gd name="GluePoint82X" fmla="*/ 5939981 w 9182100"/>
                <a:gd name="GluePoint82Y" fmla="*/ 346975 h 544245"/>
                <a:gd name="GluePoint83X" fmla="*/ 6035898 w 9182100"/>
                <a:gd name="GluePoint83Y" fmla="*/ 344118 h 544245"/>
                <a:gd name="GluePoint84X" fmla="*/ 6232303 w 9182100"/>
                <a:gd name="GluePoint84Y" fmla="*/ 343642 h 544245"/>
                <a:gd name="GluePoint85X" fmla="*/ 6630924 w 9182100"/>
                <a:gd name="GluePoint85Y" fmla="*/ 351071 h 544245"/>
                <a:gd name="GluePoint86X" fmla="*/ 6831140 w 9182100"/>
                <a:gd name="GluePoint86Y" fmla="*/ 356596 h 544245"/>
                <a:gd name="GluePoint87X" fmla="*/ 7031545 w 9182100"/>
                <a:gd name="GluePoint87Y" fmla="*/ 362501 h 544245"/>
                <a:gd name="GluePoint88X" fmla="*/ 7432262 w 9182100"/>
                <a:gd name="GluePoint88Y" fmla="*/ 378408 h 544245"/>
                <a:gd name="GluePoint89X" fmla="*/ 7830312 w 9182100"/>
                <a:gd name="GluePoint89Y" fmla="*/ 402506 h 544245"/>
                <a:gd name="GluePoint90X" fmla="*/ 7879270 w 9182100"/>
                <a:gd name="GluePoint90Y" fmla="*/ 406792 h 544245"/>
                <a:gd name="GluePoint91X" fmla="*/ 7926895 w 9182100"/>
                <a:gd name="GluePoint91Y" fmla="*/ 411745 h 544245"/>
                <a:gd name="GluePoint92X" fmla="*/ 7977569 w 9182100"/>
                <a:gd name="GluePoint92Y" fmla="*/ 417175 h 544245"/>
                <a:gd name="GluePoint93X" fmla="*/ 8030623 w 9182100"/>
                <a:gd name="GluePoint93Y" fmla="*/ 422127 h 544245"/>
                <a:gd name="GluePoint94X" fmla="*/ 8237982 w 9182100"/>
                <a:gd name="GluePoint94Y" fmla="*/ 435177 h 544245"/>
                <a:gd name="GluePoint95X" fmla="*/ 8647748 w 9182100"/>
                <a:gd name="GluePoint95Y" fmla="*/ 449464 h 544245"/>
                <a:gd name="GluePoint96X" fmla="*/ 8852821 w 9182100"/>
                <a:gd name="GluePoint96Y" fmla="*/ 456132 h 544245"/>
                <a:gd name="GluePoint97X" fmla="*/ 8955786 w 9182100"/>
                <a:gd name="GluePoint97Y" fmla="*/ 458132 h 544245"/>
                <a:gd name="GluePoint98X" fmla="*/ 9059227 w 9182100"/>
                <a:gd name="GluePoint98Y" fmla="*/ 457751 h 544245"/>
                <a:gd name="GluePoint99X" fmla="*/ 9182005 w 9182100"/>
                <a:gd name="GluePoint99Y" fmla="*/ 452512 h 544245"/>
                <a:gd name="GluePoint100X" fmla="*/ 9182005 w 9182100"/>
                <a:gd name="GluePoint100Y" fmla="*/ 154189 h 5442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  <a:cxn ang="0">
                  <a:pos x="GluePoint64X" y="GluePoint64Y"/>
                </a:cxn>
                <a:cxn ang="0">
                  <a:pos x="GluePoint65X" y="GluePoint65Y"/>
                </a:cxn>
                <a:cxn ang="0">
                  <a:pos x="GluePoint66X" y="GluePoint66Y"/>
                </a:cxn>
                <a:cxn ang="0">
                  <a:pos x="GluePoint67X" y="GluePoint67Y"/>
                </a:cxn>
                <a:cxn ang="0">
                  <a:pos x="GluePoint68X" y="GluePoint68Y"/>
                </a:cxn>
                <a:cxn ang="0">
                  <a:pos x="GluePoint69X" y="GluePoint69Y"/>
                </a:cxn>
                <a:cxn ang="0">
                  <a:pos x="GluePoint70X" y="GluePoint70Y"/>
                </a:cxn>
                <a:cxn ang="0">
                  <a:pos x="GluePoint71X" y="GluePoint71Y"/>
                </a:cxn>
                <a:cxn ang="0">
                  <a:pos x="GluePoint72X" y="GluePoint72Y"/>
                </a:cxn>
                <a:cxn ang="0">
                  <a:pos x="GluePoint73X" y="GluePoint73Y"/>
                </a:cxn>
                <a:cxn ang="0">
                  <a:pos x="GluePoint74X" y="GluePoint74Y"/>
                </a:cxn>
                <a:cxn ang="0">
                  <a:pos x="GluePoint75X" y="GluePoint75Y"/>
                </a:cxn>
                <a:cxn ang="0">
                  <a:pos x="GluePoint76X" y="GluePoint76Y"/>
                </a:cxn>
                <a:cxn ang="0">
                  <a:pos x="GluePoint77X" y="GluePoint77Y"/>
                </a:cxn>
                <a:cxn ang="0">
                  <a:pos x="GluePoint78X" y="GluePoint78Y"/>
                </a:cxn>
                <a:cxn ang="0">
                  <a:pos x="GluePoint79X" y="GluePoint79Y"/>
                </a:cxn>
                <a:cxn ang="0">
                  <a:pos x="GluePoint80X" y="GluePoint80Y"/>
                </a:cxn>
                <a:cxn ang="0">
                  <a:pos x="GluePoint81X" y="GluePoint81Y"/>
                </a:cxn>
                <a:cxn ang="0">
                  <a:pos x="GluePoint82X" y="GluePoint82Y"/>
                </a:cxn>
                <a:cxn ang="0">
                  <a:pos x="GluePoint83X" y="GluePoint83Y"/>
                </a:cxn>
                <a:cxn ang="0">
                  <a:pos x="GluePoint84X" y="GluePoint84Y"/>
                </a:cxn>
                <a:cxn ang="0">
                  <a:pos x="GluePoint85X" y="GluePoint85Y"/>
                </a:cxn>
                <a:cxn ang="0">
                  <a:pos x="GluePoint86X" y="GluePoint86Y"/>
                </a:cxn>
                <a:cxn ang="0">
                  <a:pos x="GluePoint87X" y="GluePoint87Y"/>
                </a:cxn>
                <a:cxn ang="0">
                  <a:pos x="GluePoint88X" y="GluePoint88Y"/>
                </a:cxn>
                <a:cxn ang="0">
                  <a:pos x="GluePoint89X" y="GluePoint89Y"/>
                </a:cxn>
                <a:cxn ang="0">
                  <a:pos x="GluePoint90X" y="GluePoint90Y"/>
                </a:cxn>
                <a:cxn ang="0">
                  <a:pos x="GluePoint91X" y="GluePoint91Y"/>
                </a:cxn>
                <a:cxn ang="0">
                  <a:pos x="GluePoint92X" y="GluePoint92Y"/>
                </a:cxn>
                <a:cxn ang="0">
                  <a:pos x="GluePoint93X" y="GluePoint93Y"/>
                </a:cxn>
                <a:cxn ang="0">
                  <a:pos x="GluePoint94X" y="GluePoint94Y"/>
                </a:cxn>
                <a:cxn ang="0">
                  <a:pos x="GluePoint95X" y="GluePoint95Y"/>
                </a:cxn>
                <a:cxn ang="0">
                  <a:pos x="GluePoint96X" y="GluePoint96Y"/>
                </a:cxn>
                <a:cxn ang="0">
                  <a:pos x="GluePoint97X" y="GluePoint97Y"/>
                </a:cxn>
                <a:cxn ang="0">
                  <a:pos x="GluePoint98X" y="GluePoint98Y"/>
                </a:cxn>
                <a:cxn ang="0">
                  <a:pos x="GluePoint99X" y="GluePoint99Y"/>
                </a:cxn>
                <a:cxn ang="0">
                  <a:pos x="GluePoint100X" y="GluePoint100Y"/>
                </a:cxn>
              </a:cxnLst>
              <a:rect l="textAreaLeft" t="textAreaTop" r="textAreaRight" b="textAreaBottom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72" name="Freeform: Shape 14"/>
            <p:cNvSpPr/>
            <p:nvPr/>
          </p:nvSpPr>
          <p:spPr>
            <a:xfrm>
              <a:off x="-360" y="5656320"/>
              <a:ext cx="12227400" cy="1200960"/>
            </a:xfrm>
            <a:custGeom>
              <a:avLst/>
              <a:gdLst>
                <a:gd name="textAreaLeft" fmla="*/ 0 w 12227400"/>
                <a:gd name="textAreaRight" fmla="*/ 12228120 w 12227400"/>
                <a:gd name="textAreaTop" fmla="*/ 0 h 1200960"/>
                <a:gd name="textAreaBottom" fmla="*/ 1201680 h 1200960"/>
                <a:gd name="GluePoint1X" fmla="*/ 0 w 9182100"/>
                <a:gd name="GluePoint1Y" fmla="*/ 1019102 h 1019102"/>
                <a:gd name="GluePoint2X" fmla="*/ 9182100 w 9182100"/>
                <a:gd name="GluePoint2Y" fmla="*/ 1019102 h 1019102"/>
                <a:gd name="GluePoint3X" fmla="*/ 9182100 w 9182100"/>
                <a:gd name="GluePoint3Y" fmla="*/ 273009 h 1019102"/>
                <a:gd name="GluePoint4X" fmla="*/ 9065895 w 9182100"/>
                <a:gd name="GluePoint4Y" fmla="*/ 278343 h 1019102"/>
                <a:gd name="GluePoint5X" fmla="*/ 8261890 w 9182100"/>
                <a:gd name="GluePoint5Y" fmla="*/ 257769 h 1019102"/>
                <a:gd name="GluePoint6X" fmla="*/ 8038624 w 9182100"/>
                <a:gd name="GluePoint6Y" fmla="*/ 235956 h 1019102"/>
                <a:gd name="GluePoint7X" fmla="*/ 7862221 w 9182100"/>
                <a:gd name="GluePoint7Y" fmla="*/ 213097 h 1019102"/>
                <a:gd name="GluePoint8X" fmla="*/ 6238780 w 9182100"/>
                <a:gd name="GluePoint8Y" fmla="*/ 126419 h 1019102"/>
                <a:gd name="GluePoint9X" fmla="*/ 5828729 w 9182100"/>
                <a:gd name="GluePoint9Y" fmla="*/ 142421 h 1019102"/>
                <a:gd name="GluePoint10X" fmla="*/ 5227606 w 9182100"/>
                <a:gd name="GluePoint10Y" fmla="*/ 219764 h 1019102"/>
                <a:gd name="GluePoint11X" fmla="*/ 4394359 w 9182100"/>
                <a:gd name="GluePoint11Y" fmla="*/ 190713 h 1019102"/>
                <a:gd name="GluePoint12X" fmla="*/ 3789236 w 9182100"/>
                <a:gd name="GluePoint12Y" fmla="*/ 107655 h 1019102"/>
                <a:gd name="GluePoint13X" fmla="*/ 3391567 w 9182100"/>
                <a:gd name="GluePoint13Y" fmla="*/ 30502 h 1019102"/>
                <a:gd name="GluePoint14X" fmla="*/ 2180177 w 9182100"/>
                <a:gd name="GluePoint14Y" fmla="*/ 67745 h 1019102"/>
                <a:gd name="GluePoint15X" fmla="*/ 1543336 w 9182100"/>
                <a:gd name="GluePoint15Y" fmla="*/ 209953 h 1019102"/>
                <a:gd name="GluePoint16X" fmla="*/ 1276731 w 9182100"/>
                <a:gd name="GluePoint16Y" fmla="*/ 286439 h 1019102"/>
                <a:gd name="GluePoint17X" fmla="*/ 441293 w 9182100"/>
                <a:gd name="GluePoint17Y" fmla="*/ 292345 h 1019102"/>
                <a:gd name="GluePoint18X" fmla="*/ 0 w 9182100"/>
                <a:gd name="GluePoint18Y" fmla="*/ 135563 h 1019102"/>
                <a:gd name="GluePoint19X" fmla="*/ 0 w 9182100"/>
                <a:gd name="GluePoint19Y" fmla="*/ 1019102 h 101910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</p:grpSp>
      <p:pic>
        <p:nvPicPr>
          <p:cNvPr id="73" name="Grafik 5"/>
          <p:cNvPicPr/>
          <p:nvPr/>
        </p:nvPicPr>
        <p:blipFill>
          <a:blip r:embed="rId3"/>
          <a:stretch/>
        </p:blipFill>
        <p:spPr>
          <a:xfrm>
            <a:off x="4981320" y="6149160"/>
            <a:ext cx="2689560" cy="62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feld 17"/>
          <p:cNvSpPr/>
          <p:nvPr/>
        </p:nvSpPr>
        <p:spPr>
          <a:xfrm>
            <a:off x="774000" y="257760"/>
            <a:ext cx="2543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2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Nico Rudolph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feld 21"/>
          <p:cNvSpPr/>
          <p:nvPr/>
        </p:nvSpPr>
        <p:spPr>
          <a:xfrm>
            <a:off x="774000" y="953640"/>
            <a:ext cx="5390280" cy="36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University: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Eastern Switzerland University of Applied Sciences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Study program: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Computer Science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Year of study: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5</a:t>
            </a:r>
            <a:r>
              <a:rPr lang="en-US" sz="1800" b="0" u="none" strike="noStrike" baseline="33000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th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 Semester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City: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Rapperswil, Switzerland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Motto for life: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Success favors those who prepare.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Hobbies: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Padel, gardening,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gaming, skiing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Your expectations from the summer school: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Learning beyond borders, collaborating with new peers.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Ellipse 24"/>
          <p:cNvSpPr/>
          <p:nvPr/>
        </p:nvSpPr>
        <p:spPr>
          <a:xfrm>
            <a:off x="7161840" y="2541240"/>
            <a:ext cx="71280" cy="71280"/>
          </a:xfrm>
          <a:prstGeom prst="ellipse">
            <a:avLst/>
          </a:prstGeom>
          <a:solidFill>
            <a:srgbClr val="EAEAEA"/>
          </a:solidFill>
          <a:ln>
            <a:solidFill>
              <a:srgbClr val="D72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5640" tIns="5760" rIns="35640" bIns="5760" anchor="ctr">
            <a:noAutofit/>
          </a:bodyPr>
          <a:p>
            <a:endParaRPr lang="de-DE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7" name="Textfeld 26"/>
          <p:cNvSpPr/>
          <p:nvPr/>
        </p:nvSpPr>
        <p:spPr>
          <a:xfrm>
            <a:off x="6174720" y="3450600"/>
            <a:ext cx="27162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Location where I live, work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and study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Grafik 18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160120" y="6037200"/>
            <a:ext cx="1809000" cy="58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Grafik 2" descr="Ein Bild, das Symbol, Grafiken, Schrift, Logo enthält.&#10;&#10;KI-generierte Inhalte können fehlerhaft sein."/>
          <p:cNvPicPr/>
          <p:nvPr/>
        </p:nvPicPr>
        <p:blipFill>
          <a:blip r:embed="rId6"/>
          <a:stretch/>
        </p:blipFill>
        <p:spPr>
          <a:xfrm>
            <a:off x="10569240" y="5997600"/>
            <a:ext cx="1424520" cy="82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Grafik 15"/>
          <p:cNvSpPr/>
          <p:nvPr/>
        </p:nvSpPr>
        <p:spPr>
          <a:xfrm>
            <a:off x="-720" y="4728960"/>
            <a:ext cx="2217960" cy="2130840"/>
          </a:xfrm>
          <a:custGeom>
            <a:avLst/>
            <a:gdLst>
              <a:gd name="textAreaLeft" fmla="*/ 0 w 2217960"/>
              <a:gd name="textAreaRight" fmla="*/ 2218680 w 2217960"/>
              <a:gd name="textAreaTop" fmla="*/ 0 h 2130840"/>
              <a:gd name="textAreaBottom" fmla="*/ 2131560 h 2130840"/>
              <a:gd name="GluePoint1X" fmla="*/ 0 w 2218681"/>
              <a:gd name="GluePoint1Y" fmla="*/ 0 h 2131674"/>
              <a:gd name="GluePoint2X" fmla="*/ 2218681 w 2218681"/>
              <a:gd name="GluePoint2Y" fmla="*/ 0 h 2131674"/>
              <a:gd name="GluePoint3X" fmla="*/ 2218681 w 2218681"/>
              <a:gd name="GluePoint3Y" fmla="*/ 2131674 h 2131674"/>
              <a:gd name="GluePoint4X" fmla="*/ 0 w 2218681"/>
              <a:gd name="GluePoint4Y" fmla="*/ 2131674 h 2131674"/>
              <a:gd name="GluePoint5X" fmla="*/ 0 w 2218681"/>
              <a:gd name="GluePoint5Y" fmla="*/ 0 h 213167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fill="none" w="2218681" h="2131674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stroke="0" w="2218681" h="2131674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solidFill>
              <a:srgbClr val="000000"/>
            </a:solidFill>
          </a:ln>
          <a:effectLst>
            <a:softEdge rad="63360"/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feld 16"/>
          <p:cNvSpPr/>
          <p:nvPr/>
        </p:nvSpPr>
        <p:spPr>
          <a:xfrm>
            <a:off x="2447280" y="6242760"/>
            <a:ext cx="2332800" cy="46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Karlsruhe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31 August to 11 September 2026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9540000" y="1079640"/>
            <a:ext cx="2006280" cy="3600360"/>
          </a:xfrm>
          <a:custGeom>
            <a:avLst/>
            <a:gdLst/>
            <a:ahLst/>
            <a:rect l="0" t="0" r="r" b="b"/>
            <a:pathLst>
              <a:path w="5573" h="10001">
                <a:moveTo>
                  <a:pt x="0" y="886"/>
                </a:moveTo>
                <a:cubicBezTo>
                  <a:pt x="7" y="738"/>
                  <a:pt x="49" y="593"/>
                  <a:pt x="123" y="465"/>
                </a:cubicBezTo>
                <a:cubicBezTo>
                  <a:pt x="205" y="323"/>
                  <a:pt x="322" y="206"/>
                  <a:pt x="464" y="124"/>
                </a:cubicBezTo>
                <a:cubicBezTo>
                  <a:pt x="605" y="43"/>
                  <a:pt x="765" y="0"/>
                  <a:pt x="928" y="0"/>
                </a:cubicBezTo>
                <a:lnTo>
                  <a:pt x="4644" y="0"/>
                </a:lnTo>
                <a:cubicBezTo>
                  <a:pt x="4807" y="0"/>
                  <a:pt x="4967" y="43"/>
                  <a:pt x="5109" y="124"/>
                </a:cubicBezTo>
                <a:cubicBezTo>
                  <a:pt x="5250" y="206"/>
                  <a:pt x="5367" y="323"/>
                  <a:pt x="5449" y="465"/>
                </a:cubicBezTo>
                <a:cubicBezTo>
                  <a:pt x="5530" y="606"/>
                  <a:pt x="5573" y="766"/>
                  <a:pt x="5573" y="929"/>
                </a:cubicBezTo>
                <a:lnTo>
                  <a:pt x="5573" y="9072"/>
                </a:lnTo>
                <a:cubicBezTo>
                  <a:pt x="5573" y="9235"/>
                  <a:pt x="5530" y="9395"/>
                  <a:pt x="5449" y="9536"/>
                </a:cubicBezTo>
                <a:cubicBezTo>
                  <a:pt x="5367" y="9678"/>
                  <a:pt x="5250" y="9795"/>
                  <a:pt x="5109" y="9877"/>
                </a:cubicBezTo>
                <a:cubicBezTo>
                  <a:pt x="4967" y="9958"/>
                  <a:pt x="4807" y="10001"/>
                  <a:pt x="4644" y="10001"/>
                </a:cubicBezTo>
                <a:lnTo>
                  <a:pt x="4644" y="10000"/>
                </a:lnTo>
                <a:lnTo>
                  <a:pt x="928" y="10001"/>
                </a:lnTo>
                <a:cubicBezTo>
                  <a:pt x="765" y="10001"/>
                  <a:pt x="605" y="9958"/>
                  <a:pt x="464" y="9877"/>
                </a:cubicBezTo>
                <a:cubicBezTo>
                  <a:pt x="322" y="9795"/>
                  <a:pt x="205" y="9678"/>
                  <a:pt x="123" y="9536"/>
                </a:cubicBezTo>
                <a:cubicBezTo>
                  <a:pt x="49" y="9408"/>
                  <a:pt x="7" y="9263"/>
                  <a:pt x="0" y="9115"/>
                </a:cubicBezTo>
                <a:lnTo>
                  <a:pt x="0" y="886"/>
                </a:lnTo>
                <a:close/>
              </a:path>
            </a:pathLst>
          </a:custGeom>
          <a:blipFill rotWithShape="0">
            <a:blip r:embed="rId8"/>
            <a:stretch/>
          </a:blip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Arial" pitchFamily="0" charset="1"/>
        <a:cs typeface="Arial" pitchFamily="0" charset="1"/>
      </a:majorFont>
      <a:minorFont>
        <a:latin typeface="Aptos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LibreOffice/26.2.5.2$Linux_X86_64 LibreOffice_project/61ce4735733fc982d62cda794bbbc193ac1508e5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2024-07-25T14:37:25Z</dcterms:created>
  <dc:creator>Michael Kauffeld</dc:creator>
  <dc:description/>
  <dc:language>en-GB</dc:language>
  <cp:lastModifiedBy/>
  <dcterms:modified xsi:type="dcterms:W3CDTF">2026-08-28T11:04:56Z</dcterms:modified>
  <cp:revision>13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On-screen Show (4:3)</vt:lpwstr>
  </property>
  <property fmtid="{D5CDD505-2E9C-101B-9397-08002B2CF9AE}" pid="5" name="Slides">
    <vt:i4>1</vt:i4>
  </property>
</Properties>
</file>