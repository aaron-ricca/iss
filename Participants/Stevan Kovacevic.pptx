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54" y="17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EDC95-E686-C21D-8202-1C5B429C19DB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7C62B07E-1727-493A-B691-90C2B7B7E3B1}" type="datetimeFigureOut">
              <a:rPr lang="de-DE"/>
              <a:t>27.08.2026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jpg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" name="Bildplatzhalter 4" descr="Nahaufnahme eines grünen Felds"/>
          <p:cNvPicPr>
            <a:picLocks noChangeAspect="1"/>
          </p:cNvPicPr>
          <p:nvPr/>
        </p:nvPicPr>
        <p:blipFill>
          <a:blip r:embed="rId3">
            <a:alphaModFix amt="35000"/>
          </a:blip>
          <a:stretch/>
        </p:blipFill>
        <p:spPr bwMode="auto">
          <a:xfrm>
            <a:off x="-1" y="1"/>
            <a:ext cx="12192000" cy="6068290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" b="1700"/>
          <a:stretch/>
        </p:blipFill>
        <p:spPr bwMode="auto">
          <a:xfrm>
            <a:off x="6165148" y="1778718"/>
            <a:ext cx="2753564" cy="24350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</p:spPr>
      </p:pic>
      <p:grpSp>
        <p:nvGrpSpPr>
          <p:cNvPr id="11" name="Group 10"/>
          <p:cNvGrpSpPr>
            <a:grpSpLocks noGrp="1" noUngrp="1" noRot="1" noChangeAspect="1" noMove="1" noResize="1"/>
          </p:cNvGrpSpPr>
          <p:nvPr/>
        </p:nvGrpSpPr>
        <p:grpSpPr bwMode="auto"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/>
            <p:cNvSpPr/>
            <p:nvPr/>
          </p:nvSpPr>
          <p:spPr bwMode="auto"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 extrusionOk="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 bwMode="auto"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 extrusionOk="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 extrusionOk="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/>
            <p:cNvSpPr/>
            <p:nvPr/>
          </p:nvSpPr>
          <p:spPr bwMode="auto"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 extrusionOk="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pic>
        <p:nvPicPr>
          <p:cNvPr id="6" name="Grafik 5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4981142" y="6149315"/>
            <a:ext cx="2690418" cy="621453"/>
          </a:xfrm>
          <a:prstGeom prst="rect">
            <a:avLst/>
          </a:prstGeom>
        </p:spPr>
      </p:pic>
      <p:sp>
        <p:nvSpPr>
          <p:cNvPr id="18" name="Textfeld 17"/>
          <p:cNvSpPr txBox="1"/>
          <p:nvPr/>
        </p:nvSpPr>
        <p:spPr bwMode="auto">
          <a:xfrm>
            <a:off x="774087" y="257673"/>
            <a:ext cx="3135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 sz="2800" b="1" dirty="0"/>
              <a:t>Stevan Kovačević </a:t>
            </a:r>
            <a:endParaRPr dirty="0"/>
          </a:p>
        </p:txBody>
      </p:sp>
      <p:sp>
        <p:nvSpPr>
          <p:cNvPr id="22" name="Textfeld 21"/>
          <p:cNvSpPr txBox="1"/>
          <p:nvPr/>
        </p:nvSpPr>
        <p:spPr bwMode="auto">
          <a:xfrm>
            <a:off x="774087" y="953666"/>
            <a:ext cx="5391061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b="1" dirty="0"/>
              <a:t>University: </a:t>
            </a:r>
            <a:r>
              <a:rPr lang="de-CH" dirty="0"/>
              <a:t>OST - </a:t>
            </a:r>
            <a:r>
              <a:rPr lang="en-US" dirty="0"/>
              <a:t>Eastern Switzerland University</a:t>
            </a:r>
            <a:br>
              <a:rPr lang="en-US" dirty="0"/>
            </a:br>
            <a:r>
              <a:rPr lang="en-US" dirty="0"/>
              <a:t>of Applied Sciences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Study program: </a:t>
            </a:r>
            <a:r>
              <a:rPr lang="de-CH" dirty="0"/>
              <a:t>Business </a:t>
            </a:r>
            <a:r>
              <a:rPr lang="de-CH" dirty="0" err="1"/>
              <a:t>Informatics</a:t>
            </a:r>
            <a:r>
              <a:rPr lang="de-CH" dirty="0"/>
              <a:t> 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Year of study: </a:t>
            </a:r>
            <a:r>
              <a:rPr lang="en-US" dirty="0"/>
              <a:t>3</a:t>
            </a:r>
            <a:r>
              <a:rPr lang="en-US" baseline="30000" dirty="0"/>
              <a:t>rd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City: </a:t>
            </a:r>
            <a:r>
              <a:rPr lang="en-US" dirty="0"/>
              <a:t>Zürich, Switzerland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Motto for life: </a:t>
            </a:r>
            <a:r>
              <a:rPr lang="en-US" i="1" dirty="0"/>
              <a:t>everything passes.</a:t>
            </a:r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Hobbies: </a:t>
            </a:r>
            <a:r>
              <a:rPr lang="en-US" dirty="0"/>
              <a:t>Hiking, Cycling, Working Out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Your expectations from the summer school: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dirty="0"/>
              <a:t>Learn more about sustainability and make new international friends. </a:t>
            </a:r>
            <a:endParaRPr dirty="0"/>
          </a:p>
        </p:txBody>
      </p:sp>
      <p:sp>
        <p:nvSpPr>
          <p:cNvPr id="27" name="Textfeld 26"/>
          <p:cNvSpPr txBox="1"/>
          <p:nvPr/>
        </p:nvSpPr>
        <p:spPr bwMode="auto">
          <a:xfrm>
            <a:off x="6121458" y="4327016"/>
            <a:ext cx="28283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 sz="1600" dirty="0"/>
              <a:t>Location </a:t>
            </a:r>
            <a:r>
              <a:rPr lang="de-DE" sz="1600" dirty="0" err="1"/>
              <a:t>where</a:t>
            </a:r>
            <a:r>
              <a:rPr lang="de-DE" sz="1600" dirty="0"/>
              <a:t> I live and </a:t>
            </a:r>
            <a:r>
              <a:rPr lang="de-DE" sz="1600" dirty="0" err="1"/>
              <a:t>work</a:t>
            </a:r>
            <a:endParaRPr lang="de-DE" sz="1600" dirty="0"/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8160294" y="6037037"/>
            <a:ext cx="1809750" cy="590549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5" r="2945"/>
          <a:stretch/>
        </p:blipFill>
        <p:spPr bwMode="auto">
          <a:xfrm>
            <a:off x="9447693" y="1672526"/>
            <a:ext cx="2524114" cy="268207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" name="Grafik 2" descr="Ein Bild, das Symbol, Grafiken, Schrift, Logo enthält.&#10;&#10;KI-generierte Inhalte können fehlerhaft sein.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10569202" y="5997466"/>
            <a:ext cx="1425203" cy="829110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-609" y="4728902"/>
            <a:ext cx="2218681" cy="2131674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</a:ln>
          <a:effectLst>
            <a:softEdge rad="63500"/>
          </a:effectLst>
        </p:spPr>
      </p:pic>
      <p:sp>
        <p:nvSpPr>
          <p:cNvPr id="17" name="Textfeld 16"/>
          <p:cNvSpPr txBox="1"/>
          <p:nvPr/>
        </p:nvSpPr>
        <p:spPr bwMode="auto"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de-DE" sz="1200" dirty="0"/>
              <a:t>Karlsruhe</a:t>
            </a:r>
            <a:endParaRPr dirty="0"/>
          </a:p>
          <a:p>
            <a:pPr algn="ctr">
              <a:defRPr/>
            </a:pPr>
            <a:r>
              <a:rPr lang="de-DE" sz="1200" dirty="0"/>
              <a:t>31 August to 11 September 2026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Office PowerPoint</Application>
  <PresentationFormat>Breitbild</PresentationFormat>
  <Paragraphs>13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Stevan Kovacevic</cp:lastModifiedBy>
  <cp:revision>15</cp:revision>
  <dcterms:created xsi:type="dcterms:W3CDTF">2024-07-25T14:37:25Z</dcterms:created>
  <dcterms:modified xsi:type="dcterms:W3CDTF">2026-08-27T07:54:53Z</dcterms:modified>
</cp:coreProperties>
</file>