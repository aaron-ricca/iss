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/>
    <p:restoredTop sz="94640"/>
  </p:normalViewPr>
  <p:slideViewPr>
    <p:cSldViewPr snapToGrid="0">
      <p:cViewPr varScale="1">
        <p:scale>
          <a:sx n="92" d="100"/>
          <a:sy n="92" d="100"/>
        </p:scale>
        <p:origin x="17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856AA-B710-9048-AAFB-4B1124A2B5B3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60DCD-FFEB-6D48-BC26-F8099B600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2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60DCD-FFEB-6D48-BC26-F8099B6001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366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8/30/26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268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8/30/26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056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8/30/26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087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8/30/26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16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8/30/26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424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8/30/26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52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8/30/26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158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8/30/26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835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8/30/26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725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8/30/26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11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288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8/30/26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84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51" r:id="rId6"/>
    <p:sldLayoutId id="2147483746" r:id="rId7"/>
    <p:sldLayoutId id="2147483747" r:id="rId8"/>
    <p:sldLayoutId id="2147483748" r:id="rId9"/>
    <p:sldLayoutId id="2147483750" r:id="rId10"/>
    <p:sldLayoutId id="214748374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6F2B51C-9578-EB41-A17E-FFF9D491A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4E9CAEA-4CF4-D249-8127-CD2FA201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85">
              <a:extLst>
                <a:ext uri="{FF2B5EF4-FFF2-40B4-BE49-F238E27FC236}">
                  <a16:creationId xmlns:a16="http://schemas.microsoft.com/office/drawing/2014/main" id="{E51EDD93-C3A3-DF47-BCFC-43B049E34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86">
              <a:extLst>
                <a:ext uri="{FF2B5EF4-FFF2-40B4-BE49-F238E27FC236}">
                  <a16:creationId xmlns:a16="http://schemas.microsoft.com/office/drawing/2014/main" id="{D574DB0D-896A-D649-89B1-33753E1D46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87">
              <a:extLst>
                <a:ext uri="{FF2B5EF4-FFF2-40B4-BE49-F238E27FC236}">
                  <a16:creationId xmlns:a16="http://schemas.microsoft.com/office/drawing/2014/main" id="{62256DD9-FEA3-4A40-80D1-B33F0FF15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88">
              <a:extLst>
                <a:ext uri="{FF2B5EF4-FFF2-40B4-BE49-F238E27FC236}">
                  <a16:creationId xmlns:a16="http://schemas.microsoft.com/office/drawing/2014/main" id="{534E9839-EAD7-3C49-8D10-E4BFE0820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89">
              <a:extLst>
                <a:ext uri="{FF2B5EF4-FFF2-40B4-BE49-F238E27FC236}">
                  <a16:creationId xmlns:a16="http://schemas.microsoft.com/office/drawing/2014/main" id="{DDFC3FA6-9BB5-A34E-9337-A2E9A1EED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 97">
              <a:extLst>
                <a:ext uri="{FF2B5EF4-FFF2-40B4-BE49-F238E27FC236}">
                  <a16:creationId xmlns:a16="http://schemas.microsoft.com/office/drawing/2014/main" id="{45000D9E-4AD7-5A4F-8E99-302F388C83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Pastel colors in gradient surface design">
            <a:extLst>
              <a:ext uri="{FF2B5EF4-FFF2-40B4-BE49-F238E27FC236}">
                <a16:creationId xmlns:a16="http://schemas.microsoft.com/office/drawing/2014/main" id="{AA37BB82-B988-D747-6A31-2494E61FE6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20" r="40359" b="-2"/>
          <a:stretch>
            <a:fillRect/>
          </a:stretch>
        </p:blipFill>
        <p:spPr>
          <a:xfrm>
            <a:off x="20" y="1"/>
            <a:ext cx="4173349" cy="6857999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39752" y="6087110"/>
            <a:ext cx="688374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A map of europe with a red pin&#10;&#10;AI-generated content may be incorrect.">
            <a:extLst>
              <a:ext uri="{FF2B5EF4-FFF2-40B4-BE49-F238E27FC236}">
                <a16:creationId xmlns:a16="http://schemas.microsoft.com/office/drawing/2014/main" id="{B6AD2B55-F08C-8897-EF0E-D01C3F362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6350" y="3603298"/>
            <a:ext cx="3384027" cy="3254702"/>
          </a:xfrm>
          <a:prstGeom prst="rect">
            <a:avLst/>
          </a:prstGeom>
        </p:spPr>
      </p:pic>
      <p:pic>
        <p:nvPicPr>
          <p:cNvPr id="30" name="Picture 29" descr="A person with glasses smiling&#10;&#10;AI-generated content may be incorrect.">
            <a:extLst>
              <a:ext uri="{FF2B5EF4-FFF2-40B4-BE49-F238E27FC236}">
                <a16:creationId xmlns:a16="http://schemas.microsoft.com/office/drawing/2014/main" id="{4948FA6F-C0AC-0CD2-05CC-DDDBB654A3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04" y="356189"/>
            <a:ext cx="3336856" cy="417763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EFC2E6-327C-D437-8A97-0592145F75CC}"/>
              </a:ext>
            </a:extLst>
          </p:cNvPr>
          <p:cNvSpPr txBox="1"/>
          <p:nvPr/>
        </p:nvSpPr>
        <p:spPr>
          <a:xfrm>
            <a:off x="4326483" y="256365"/>
            <a:ext cx="519287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UT Sans Medium" pitchFamily="2" charset="0"/>
              </a:rPr>
              <a:t>University: </a:t>
            </a:r>
            <a:r>
              <a:rPr lang="en-US" dirty="0" err="1">
                <a:latin typeface="UT Sans Medium" pitchFamily="2" charset="0"/>
              </a:rPr>
              <a:t>Transilvania</a:t>
            </a:r>
            <a:r>
              <a:rPr lang="en-US" dirty="0">
                <a:latin typeface="UT Sans Medium" pitchFamily="2" charset="0"/>
              </a:rPr>
              <a:t> University of </a:t>
            </a:r>
            <a:r>
              <a:rPr lang="en-US" dirty="0" err="1">
                <a:latin typeface="UT Sans Medium" pitchFamily="2" charset="0"/>
              </a:rPr>
              <a:t>Braşov</a:t>
            </a:r>
            <a:r>
              <a:rPr lang="en-US" dirty="0">
                <a:latin typeface="UT Sans Medium" pitchFamily="2" charset="0"/>
              </a:rPr>
              <a:t>, Faculty of Food and Tourism / University of agricultural sciences and veterinary medicine Bucharest, Faculty of Biotechnology</a:t>
            </a:r>
          </a:p>
          <a:p>
            <a:endParaRPr lang="en-US" dirty="0">
              <a:latin typeface="UT Sans Medium" pitchFamily="2" charset="0"/>
            </a:endParaRPr>
          </a:p>
          <a:p>
            <a:r>
              <a:rPr lang="en-US" dirty="0">
                <a:latin typeface="UT Sans Medium" pitchFamily="2" charset="0"/>
              </a:rPr>
              <a:t>Study program: Biotechnology</a:t>
            </a:r>
          </a:p>
          <a:p>
            <a:endParaRPr lang="en-US" dirty="0">
              <a:latin typeface="UT Sans Medium" pitchFamily="2" charset="0"/>
            </a:endParaRPr>
          </a:p>
          <a:p>
            <a:r>
              <a:rPr lang="en-US" dirty="0">
                <a:latin typeface="UT Sans Medium" pitchFamily="2" charset="0"/>
              </a:rPr>
              <a:t>Year of study</a:t>
            </a:r>
            <a:r>
              <a:rPr lang="en-US">
                <a:latin typeface="UT Sans Medium" pitchFamily="2" charset="0"/>
              </a:rPr>
              <a:t>: 4</a:t>
            </a:r>
            <a:r>
              <a:rPr lang="en-US" baseline="30000">
                <a:latin typeface="UT Sans Medium" pitchFamily="2" charset="0"/>
              </a:rPr>
              <a:t>th</a:t>
            </a:r>
            <a:r>
              <a:rPr lang="en-US">
                <a:latin typeface="UT Sans Medium" pitchFamily="2" charset="0"/>
              </a:rPr>
              <a:t> </a:t>
            </a:r>
            <a:r>
              <a:rPr lang="en-US" dirty="0">
                <a:latin typeface="UT Sans Medium" pitchFamily="2" charset="0"/>
              </a:rPr>
              <a:t>year of PhD</a:t>
            </a:r>
          </a:p>
          <a:p>
            <a:endParaRPr lang="en-US" dirty="0">
              <a:latin typeface="UT Sans Medium" pitchFamily="2" charset="0"/>
            </a:endParaRPr>
          </a:p>
          <a:p>
            <a:r>
              <a:rPr lang="en-US" dirty="0">
                <a:latin typeface="UT Sans Medium" pitchFamily="2" charset="0"/>
              </a:rPr>
              <a:t>City: </a:t>
            </a:r>
            <a:r>
              <a:rPr lang="en-US" dirty="0" err="1">
                <a:latin typeface="UT Sans Medium" pitchFamily="2" charset="0"/>
              </a:rPr>
              <a:t>Braşov</a:t>
            </a:r>
            <a:r>
              <a:rPr lang="en-US" dirty="0">
                <a:latin typeface="UT Sans Medium" pitchFamily="2" charset="0"/>
              </a:rPr>
              <a:t>, Bucharest, Romania</a:t>
            </a:r>
          </a:p>
          <a:p>
            <a:endParaRPr lang="en-US" dirty="0">
              <a:latin typeface="UT Sans Medium" pitchFamily="2" charset="0"/>
            </a:endParaRPr>
          </a:p>
          <a:p>
            <a:r>
              <a:rPr lang="en-US" dirty="0">
                <a:latin typeface="UT Sans Medium" pitchFamily="2" charset="0"/>
              </a:rPr>
              <a:t>Motto for life: Grow through research, give through teaching.</a:t>
            </a:r>
          </a:p>
          <a:p>
            <a:endParaRPr lang="en-US" dirty="0">
              <a:latin typeface="UT Sans Medium" pitchFamily="2" charset="0"/>
            </a:endParaRPr>
          </a:p>
          <a:p>
            <a:r>
              <a:rPr lang="en-US" dirty="0">
                <a:latin typeface="UT Sans Medium" pitchFamily="2" charset="0"/>
              </a:rPr>
              <a:t>Hobbies: sports, travelling, hiking and spending time in nature.</a:t>
            </a:r>
          </a:p>
          <a:p>
            <a:endParaRPr lang="en-US" dirty="0">
              <a:latin typeface="UT Sans Medium" pitchFamily="2" charset="0"/>
            </a:endParaRPr>
          </a:p>
          <a:p>
            <a:r>
              <a:rPr lang="en-US" dirty="0">
                <a:latin typeface="UT Sans Medium" pitchFamily="2" charset="0"/>
              </a:rPr>
              <a:t>Your expectations from the summer school: </a:t>
            </a:r>
          </a:p>
          <a:p>
            <a:r>
              <a:rPr lang="en-US" dirty="0">
                <a:latin typeface="UT Sans Medium" pitchFamily="2" charset="0"/>
              </a:rPr>
              <a:t>I hope to learn more about sustainable food systems, share ideas with others, and gain practical ways to promote sustainability in research, teaching, and everyday life.</a:t>
            </a:r>
          </a:p>
        </p:txBody>
      </p:sp>
      <p:pic>
        <p:nvPicPr>
          <p:cNvPr id="1026" name="Picture 2" descr="Facultatea de Biotehnologii | Bucharest">
            <a:extLst>
              <a:ext uri="{FF2B5EF4-FFF2-40B4-BE49-F238E27FC236}">
                <a16:creationId xmlns:a16="http://schemas.microsoft.com/office/drawing/2014/main" id="{E27FC30C-7F2D-6589-B047-BFB22D8DC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380" y="-32900"/>
            <a:ext cx="2002307" cy="1964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me - Facultatea de Alimentație și turism">
            <a:extLst>
              <a:ext uri="{FF2B5EF4-FFF2-40B4-BE49-F238E27FC236}">
                <a16:creationId xmlns:a16="http://schemas.microsoft.com/office/drawing/2014/main" id="{4F0041F9-7316-E47F-15B9-0B2DE44D5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35" y="4989236"/>
            <a:ext cx="34163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7113052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34</TotalTime>
  <Words>108</Words>
  <Application>Microsoft Macintosh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Neue Haas Grotesk Text Pro</vt:lpstr>
      <vt:lpstr>UT Sans Medium</vt:lpstr>
      <vt:lpstr>PunchcardVTI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Roxana Ichim</dc:creator>
  <cp:lastModifiedBy>Ana Maria Manolică</cp:lastModifiedBy>
  <cp:revision>4</cp:revision>
  <dcterms:created xsi:type="dcterms:W3CDTF">2025-09-06T04:42:30Z</dcterms:created>
  <dcterms:modified xsi:type="dcterms:W3CDTF">2026-08-30T18:34:07Z</dcterms:modified>
</cp:coreProperties>
</file>