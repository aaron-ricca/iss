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-370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779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7E41D6-7EDF-B73B-E6AB-2F0D2A12483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microsoft.com/office/2007/relationships/hdphoto" Target="../media/hdphoto1.wdp"/><Relationship Id="rId3" Type="http://schemas.openxmlformats.org/officeDocument/2006/relationships/image" Target="../media/image1.jpg"/><Relationship Id="rId12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5.jpg"/><Relationship Id="rId5" Type="http://schemas.openxmlformats.org/officeDocument/2006/relationships/image" Target="../media/image3.png"/><Relationship Id="rId10" Type="http://schemas.openxmlformats.org/officeDocument/2006/relationships/image" Target="../media/image4.png"/><Relationship Id="rId4" Type="http://schemas.openxmlformats.org/officeDocument/2006/relationships/image" Target="../media/image2.jpg"/><Relationship Id="rId9" Type="http://schemas.openxmlformats.org/officeDocument/2006/relationships/image" Target="../media/media1.svg"/><Relationship Id="rId1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rcRect t="11515"/>
          <a:stretch/>
        </p:blipFill>
        <p:spPr bwMode="auto">
          <a:xfrm>
            <a:off x="-609" y="-31253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8" name="Textfeld 17"/>
          <p:cNvSpPr txBox="1"/>
          <p:nvPr/>
        </p:nvSpPr>
        <p:spPr bwMode="auto">
          <a:xfrm>
            <a:off x="774087" y="427013"/>
            <a:ext cx="4559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2800" b="1" dirty="0" smtClean="0"/>
              <a:t>Md Hasib Mahmud Rabby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747973" y="1181562"/>
            <a:ext cx="539106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/>
            </a:pPr>
            <a:r>
              <a:rPr lang="en-US" sz="1700" b="1" dirty="0"/>
              <a:t>University: </a:t>
            </a:r>
            <a:r>
              <a:rPr lang="en-US" sz="1700" dirty="0" smtClean="0"/>
              <a:t>KTH Royal Institute </a:t>
            </a:r>
            <a:r>
              <a:rPr lang="en-US" sz="1700" dirty="0"/>
              <a:t>of T</a:t>
            </a:r>
            <a:r>
              <a:rPr lang="en-US" sz="1700" dirty="0" smtClean="0"/>
              <a:t>echnology</a:t>
            </a:r>
          </a:p>
          <a:p>
            <a:pPr algn="just">
              <a:spcAft>
                <a:spcPts val="600"/>
              </a:spcAft>
              <a:defRPr/>
            </a:pPr>
            <a:r>
              <a:rPr lang="en-US" sz="1700" b="1" dirty="0" smtClean="0"/>
              <a:t>Study </a:t>
            </a:r>
            <a:r>
              <a:rPr lang="en-US" sz="1700" b="1" dirty="0"/>
              <a:t>program: </a:t>
            </a:r>
            <a:r>
              <a:rPr lang="en-US" sz="1700" dirty="0" smtClean="0"/>
              <a:t>Embedded Systems </a:t>
            </a:r>
            <a:endParaRPr sz="1700" dirty="0"/>
          </a:p>
          <a:p>
            <a:pPr algn="just">
              <a:spcAft>
                <a:spcPts val="600"/>
              </a:spcAft>
              <a:defRPr/>
            </a:pPr>
            <a:r>
              <a:rPr lang="en-US" sz="1700" b="1" dirty="0"/>
              <a:t>Year of study: </a:t>
            </a:r>
            <a:r>
              <a:rPr lang="en-US" sz="1700" dirty="0" smtClean="0"/>
              <a:t>Graduate </a:t>
            </a:r>
            <a:endParaRPr sz="1700" dirty="0"/>
          </a:p>
          <a:p>
            <a:pPr algn="just">
              <a:spcAft>
                <a:spcPts val="600"/>
              </a:spcAft>
              <a:defRPr/>
            </a:pPr>
            <a:r>
              <a:rPr lang="en-US" sz="1700" b="1" dirty="0"/>
              <a:t>City: </a:t>
            </a:r>
            <a:r>
              <a:rPr lang="en-US" sz="1700" dirty="0" smtClean="0"/>
              <a:t>Stockholm, Sweden</a:t>
            </a:r>
            <a:endParaRPr sz="1700" dirty="0"/>
          </a:p>
          <a:p>
            <a:pPr algn="just">
              <a:spcAft>
                <a:spcPts val="600"/>
              </a:spcAft>
              <a:defRPr/>
            </a:pPr>
            <a:r>
              <a:rPr lang="en-US" sz="1700" b="1" dirty="0"/>
              <a:t>Motto for life: </a:t>
            </a:r>
            <a:r>
              <a:rPr lang="en-US" sz="1700" dirty="0"/>
              <a:t>Stay curious, keep learning, and turn every experience into something meaningful</a:t>
            </a:r>
            <a:r>
              <a:rPr lang="en-US" sz="1700" dirty="0" smtClean="0"/>
              <a:t>.</a:t>
            </a:r>
          </a:p>
          <a:p>
            <a:pPr algn="just">
              <a:spcAft>
                <a:spcPts val="600"/>
              </a:spcAft>
              <a:defRPr/>
            </a:pPr>
            <a:r>
              <a:rPr lang="en-US" sz="1700" b="1" dirty="0" smtClean="0"/>
              <a:t>Hobbies</a:t>
            </a:r>
            <a:r>
              <a:rPr lang="en-US" sz="1700" b="1" dirty="0"/>
              <a:t>: </a:t>
            </a:r>
            <a:r>
              <a:rPr lang="en-US" sz="1700" dirty="0"/>
              <a:t>I enjoy anything that allows me to explore, create, or capture a moment.</a:t>
            </a:r>
          </a:p>
          <a:p>
            <a:pPr algn="just">
              <a:spcAft>
                <a:spcPts val="600"/>
              </a:spcAft>
              <a:defRPr/>
            </a:pPr>
            <a:r>
              <a:rPr lang="en-US" sz="1700" b="1" dirty="0" smtClean="0"/>
              <a:t>Your </a:t>
            </a:r>
            <a:r>
              <a:rPr lang="en-US" sz="1700" b="1" dirty="0"/>
              <a:t>expectations from the summer school</a:t>
            </a:r>
            <a:r>
              <a:rPr lang="en-US" sz="1700" b="1" dirty="0" smtClean="0"/>
              <a:t>: </a:t>
            </a:r>
            <a:r>
              <a:rPr lang="en-US" sz="1700" dirty="0" smtClean="0"/>
              <a:t>Learn </a:t>
            </a:r>
            <a:r>
              <a:rPr lang="en-US" sz="1700" dirty="0"/>
              <a:t>from experts. Exchange ideas with peers. Discover a new culture. Build connections that last beyond the summer school.</a:t>
            </a:r>
            <a:endParaRPr sz="1700" dirty="0"/>
          </a:p>
        </p:txBody>
      </p:sp>
      <p:sp>
        <p:nvSpPr>
          <p:cNvPr id="25" name="Ellipse 24"/>
          <p:cNvSpPr/>
          <p:nvPr/>
        </p:nvSpPr>
        <p:spPr bwMode="auto">
          <a:xfrm>
            <a:off x="7300479" y="2553871"/>
            <a:ext cx="72000" cy="72000"/>
          </a:xfrm>
          <a:prstGeom prst="ellipse">
            <a:avLst/>
          </a:prstGeom>
          <a:solidFill>
            <a:srgbClr val="D72204"/>
          </a:solidFill>
          <a:ln>
            <a:solidFill>
              <a:srgbClr val="D722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dirty="0"/>
          </a:p>
        </p:txBody>
      </p:sp>
      <p:sp>
        <p:nvSpPr>
          <p:cNvPr id="27" name="Textfeld 26"/>
          <p:cNvSpPr txBox="1"/>
          <p:nvPr/>
        </p:nvSpPr>
        <p:spPr bwMode="auto">
          <a:xfrm>
            <a:off x="6464547" y="1466062"/>
            <a:ext cx="2642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 smtClean="0"/>
              <a:t>Location:</a:t>
            </a:r>
          </a:p>
          <a:p>
            <a:pPr>
              <a:defRPr/>
            </a:pPr>
            <a:r>
              <a:rPr lang="en-US" dirty="0" smtClean="0"/>
              <a:t>where </a:t>
            </a:r>
            <a:r>
              <a:rPr lang="en-US" dirty="0"/>
              <a:t>I </a:t>
            </a:r>
            <a:r>
              <a:rPr lang="en-US" dirty="0" smtClean="0"/>
              <a:t>studied,</a:t>
            </a:r>
            <a:endParaRPr dirty="0"/>
          </a:p>
          <a:p>
            <a:pPr>
              <a:defRPr/>
            </a:pPr>
            <a:r>
              <a:rPr lang="en-US" dirty="0"/>
              <a:t>a</a:t>
            </a:r>
            <a:r>
              <a:rPr lang="en-US" dirty="0" smtClean="0"/>
              <a:t>nd I live</a:t>
            </a:r>
            <a:endParaRPr lang="en-US" dirty="0"/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:mc="http://schemas.openxmlformats.org/markup-compatibility/2006" xmlns:w="http://schemas.openxmlformats.org/wordprocessingml/2006/main" xmlns:m="http://schemas.openxmlformats.org/officeDocument/2006/math" xmlns="" r:embed="rId9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-608" y="4899542"/>
            <a:ext cx="2041075" cy="1961033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32" name="Textfeld 31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1026" name="Picture 2" descr="C:\Users\User\Desktop\Summer School\Hasib.jpe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398" y="1469616"/>
            <a:ext cx="2396066" cy="3066551"/>
          </a:xfrm>
          <a:prstGeom prst="rect">
            <a:avLst/>
          </a:prstGeom>
          <a:noFill/>
          <a:ln w="50800" cmpd="sng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User\Desktop\Summer School\images.jp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367" y="2558708"/>
            <a:ext cx="2236131" cy="1977459"/>
          </a:xfrm>
          <a:prstGeom prst="rect">
            <a:avLst/>
          </a:prstGeom>
          <a:noFill/>
          <a:ln w="38100">
            <a:solidFill>
              <a:schemeClr val="bg1">
                <a:lumMod val="9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109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Kauffeld</dc:creator>
  <cp:lastModifiedBy>User</cp:lastModifiedBy>
  <cp:revision>23</cp:revision>
  <dcterms:created xsi:type="dcterms:W3CDTF">2024-07-25T14:37:25Z</dcterms:created>
  <dcterms:modified xsi:type="dcterms:W3CDTF">2026-08-30T20:54:15Z</dcterms:modified>
</cp:coreProperties>
</file>