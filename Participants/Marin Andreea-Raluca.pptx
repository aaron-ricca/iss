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2217D-221E-97A1-1223-492C8751C42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0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3821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o-RO" sz="2800" b="1" dirty="0"/>
              <a:t>Marin Andreea-Raluca</a:t>
            </a:r>
            <a:endParaRPr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-609" y="5084186"/>
            <a:ext cx="1848895" cy="1776389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22" name="Textfeld 21"/>
          <p:cNvSpPr txBox="1"/>
          <p:nvPr/>
        </p:nvSpPr>
        <p:spPr bwMode="auto">
          <a:xfrm>
            <a:off x="774087" y="839662"/>
            <a:ext cx="539106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ro-RO" dirty="0"/>
              <a:t>”Transilvania” University of Brasov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/>
              <a:t>Renewable </a:t>
            </a:r>
            <a:r>
              <a:rPr lang="ro-RO" dirty="0"/>
              <a:t>E</a:t>
            </a:r>
            <a:r>
              <a:rPr lang="de-CH" dirty="0"/>
              <a:t>ner</a:t>
            </a:r>
            <a:r>
              <a:rPr lang="ro-RO" dirty="0"/>
              <a:t>gy Systems Engineering</a:t>
            </a:r>
            <a:r>
              <a:rPr lang="de-CH" dirty="0"/>
              <a:t> </a:t>
            </a:r>
            <a:endParaRPr lang="ro-RO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ro-RO" dirty="0"/>
              <a:t>3rd year/ 6th semester</a:t>
            </a:r>
            <a:endParaRPr lang="de-CH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ro-RO" dirty="0"/>
              <a:t>Brașov, Romania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</a:t>
            </a:r>
            <a:r>
              <a:rPr lang="ro-RO" b="1" dirty="0"/>
              <a:t> </a:t>
            </a:r>
            <a:r>
              <a:rPr lang="ro-RO" dirty="0"/>
              <a:t>If it works, don</a:t>
            </a:r>
            <a:r>
              <a:rPr lang="en-US" dirty="0"/>
              <a:t>’</a:t>
            </a:r>
            <a:r>
              <a:rPr lang="ro-RO" dirty="0"/>
              <a:t>t touch it</a:t>
            </a:r>
            <a:r>
              <a:rPr lang="en-US"/>
              <a:t>.</a:t>
            </a:r>
            <a:endParaRPr lang="ro-RO" b="1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de-DE" dirty="0"/>
              <a:t>Baking, gaming, crocheting, listen to music, running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 </a:t>
            </a:r>
            <a:r>
              <a:rPr lang="en-US" dirty="0"/>
              <a:t>I want to learn new things and meet new people. I hope to grow personally through collaboration and new experiences.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007244" y="2843046"/>
            <a:ext cx="336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Location where I study and live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BBA84-793F-510E-7D91-E8988FD4E2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390" y="949896"/>
            <a:ext cx="2022869" cy="4383953"/>
          </a:xfrm>
          <a:prstGeom prst="rect">
            <a:avLst/>
          </a:prstGeom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4D41B14A-B022-3C7B-39FB-B9E9A429E91B}"/>
              </a:ext>
            </a:extLst>
          </p:cNvPr>
          <p:cNvSpPr/>
          <p:nvPr/>
        </p:nvSpPr>
        <p:spPr>
          <a:xfrm>
            <a:off x="6326351" y="949896"/>
            <a:ext cx="2448972" cy="1823262"/>
          </a:xfrm>
          <a:custGeom>
            <a:avLst/>
            <a:gdLst/>
            <a:ahLst/>
            <a:cxnLst/>
            <a:rect l="l" t="t" r="r" b="b"/>
            <a:pathLst>
              <a:path w="6346992" h="5145328">
                <a:moveTo>
                  <a:pt x="0" y="0"/>
                </a:moveTo>
                <a:lnTo>
                  <a:pt x="6346992" y="0"/>
                </a:lnTo>
                <a:lnTo>
                  <a:pt x="6346992" y="5145328"/>
                </a:lnTo>
                <a:lnTo>
                  <a:pt x="0" y="51453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6421" b="-1446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A6863F-D517-D43A-FF91-0EF32849DF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649342" y="3106009"/>
            <a:ext cx="1937946" cy="2583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Marin   Andreea Raluca</cp:lastModifiedBy>
  <cp:revision>15</cp:revision>
  <dcterms:created xsi:type="dcterms:W3CDTF">2024-07-25T14:37:25Z</dcterms:created>
  <dcterms:modified xsi:type="dcterms:W3CDTF">2026-08-29T19:29:22Z</dcterms:modified>
</cp:coreProperties>
</file>