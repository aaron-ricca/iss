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046242-1868-4111-AA9B-2C6C61391954}" v="3" dt="2024-08-31T01:36:50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y, Khaled" userId="f20382a5-b458-477f-9c1a-17b685805e9e" providerId="ADAL" clId="{4A046242-1868-4111-AA9B-2C6C61391954}"/>
    <pc:docChg chg="custSel modSld">
      <pc:chgData name="Mansy, Khaled" userId="f20382a5-b458-477f-9c1a-17b685805e9e" providerId="ADAL" clId="{4A046242-1868-4111-AA9B-2C6C61391954}" dt="2024-08-31T01:41:02.390" v="438" actId="20577"/>
      <pc:docMkLst>
        <pc:docMk/>
      </pc:docMkLst>
      <pc:sldChg chg="addSp delSp modSp mod">
        <pc:chgData name="Mansy, Khaled" userId="f20382a5-b458-477f-9c1a-17b685805e9e" providerId="ADAL" clId="{4A046242-1868-4111-AA9B-2C6C61391954}" dt="2024-08-31T01:41:02.390" v="438" actId="20577"/>
        <pc:sldMkLst>
          <pc:docMk/>
          <pc:sldMk cId="3291784940" sldId="256"/>
        </pc:sldMkLst>
        <pc:spChg chg="mod">
          <ac:chgData name="Mansy, Khaled" userId="f20382a5-b458-477f-9c1a-17b685805e9e" providerId="ADAL" clId="{4A046242-1868-4111-AA9B-2C6C61391954}" dt="2024-08-31T01:38:56.491" v="420" actId="1036"/>
          <ac:spMkLst>
            <pc:docMk/>
            <pc:sldMk cId="3291784940" sldId="256"/>
            <ac:spMk id="7" creationId="{6DAD1F85-9497-4CE3-2CD9-4707C09A998F}"/>
          </ac:spMkLst>
        </pc:spChg>
        <pc:spChg chg="mod">
          <ac:chgData name="Mansy, Khaled" userId="f20382a5-b458-477f-9c1a-17b685805e9e" providerId="ADAL" clId="{4A046242-1868-4111-AA9B-2C6C61391954}" dt="2024-08-31T01:15:05.259" v="11" actId="20577"/>
          <ac:spMkLst>
            <pc:docMk/>
            <pc:sldMk cId="3291784940" sldId="256"/>
            <ac:spMk id="18" creationId="{0E3B9E35-CE80-E2E7-CAD2-C3742490F8F9}"/>
          </ac:spMkLst>
        </pc:spChg>
        <pc:spChg chg="mod">
          <ac:chgData name="Mansy, Khaled" userId="f20382a5-b458-477f-9c1a-17b685805e9e" providerId="ADAL" clId="{4A046242-1868-4111-AA9B-2C6C61391954}" dt="2024-08-31T01:41:02.390" v="438" actId="20577"/>
          <ac:spMkLst>
            <pc:docMk/>
            <pc:sldMk cId="3291784940" sldId="256"/>
            <ac:spMk id="22" creationId="{7777D031-38FA-E014-B10D-FDEB8015A18A}"/>
          </ac:spMkLst>
        </pc:spChg>
        <pc:picChg chg="del">
          <ac:chgData name="Mansy, Khaled" userId="f20382a5-b458-477f-9c1a-17b685805e9e" providerId="ADAL" clId="{4A046242-1868-4111-AA9B-2C6C61391954}" dt="2024-08-31T01:31:57.547" v="259" actId="478"/>
          <ac:picMkLst>
            <pc:docMk/>
            <pc:sldMk cId="3291784940" sldId="256"/>
            <ac:picMk id="5" creationId="{9579AED3-6985-3875-D615-AA16A09567EC}"/>
          </ac:picMkLst>
        </pc:picChg>
        <pc:picChg chg="add mod">
          <ac:chgData name="Mansy, Khaled" userId="f20382a5-b458-477f-9c1a-17b685805e9e" providerId="ADAL" clId="{4A046242-1868-4111-AA9B-2C6C61391954}" dt="2024-08-31T01:32:54.530" v="260" actId="1440"/>
          <ac:picMkLst>
            <pc:docMk/>
            <pc:sldMk cId="3291784940" sldId="256"/>
            <ac:picMk id="6" creationId="{3D558FF6-270A-CD8B-D19B-047448514C95}"/>
          </ac:picMkLst>
        </pc:picChg>
        <pc:picChg chg="add mod">
          <ac:chgData name="Mansy, Khaled" userId="f20382a5-b458-477f-9c1a-17b685805e9e" providerId="ADAL" clId="{4A046242-1868-4111-AA9B-2C6C61391954}" dt="2024-08-31T01:38:46.743" v="415" actId="1035"/>
          <ac:picMkLst>
            <pc:docMk/>
            <pc:sldMk cId="3291784940" sldId="256"/>
            <ac:picMk id="8" creationId="{ECFEDECD-B7E6-174A-1D67-9B87C718076B}"/>
          </ac:picMkLst>
        </pc:picChg>
        <pc:picChg chg="del">
          <ac:chgData name="Mansy, Khaled" userId="f20382a5-b458-477f-9c1a-17b685805e9e" providerId="ADAL" clId="{4A046242-1868-4111-AA9B-2C6C61391954}" dt="2024-08-31T01:36:37.256" v="284" actId="478"/>
          <ac:picMkLst>
            <pc:docMk/>
            <pc:sldMk cId="3291784940" sldId="256"/>
            <ac:picMk id="1030" creationId="{EB7E5F2E-9320-468D-772A-2B256D70FBC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30.08.2024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tif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15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" name="Grafik 9" descr="Ein Bild, das Grafiken, Grafikdesign, Logo, Symbol enthält.&#10;&#10;Automatisch generierte Beschreibung">
            <a:extLst>
              <a:ext uri="{FF2B5EF4-FFF2-40B4-BE49-F238E27FC236}">
                <a16:creationId xmlns:a16="http://schemas.microsoft.com/office/drawing/2014/main" id="{79524DA4-3AF6-593B-8923-65B848535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693" y="-283987"/>
            <a:ext cx="2086289" cy="2026152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24659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Khaled Mansy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8" y="953666"/>
            <a:ext cx="476916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/>
              <a:t>Oklahoma State University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Architecture &amp; Architectural Engineering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Years of study: </a:t>
            </a:r>
            <a:r>
              <a:rPr lang="en-US" dirty="0"/>
              <a:t>Since being a toddler (60+)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Stillwater, Oklahoma, USA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 “</a:t>
            </a:r>
            <a:r>
              <a:rPr lang="en-US" dirty="0"/>
              <a:t>Be the Change you want to see in the World”, Mahatma Gandhi.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Travel, the outdoors, photography, … and anything outside of the routine life.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 </a:t>
            </a:r>
            <a:r>
              <a:rPr lang="en-US" dirty="0"/>
              <a:t>Enjoy interaction with the young bright minds!</a:t>
            </a:r>
            <a:endParaRPr lang="en-US" b="1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A7A05740-7CA4-A404-3450-EE0DB23553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8635" r="5588" b="10077"/>
          <a:stretch/>
        </p:blipFill>
        <p:spPr>
          <a:xfrm>
            <a:off x="5543551" y="464107"/>
            <a:ext cx="3448191" cy="19526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2DC0754F-2B8B-27DB-0FC8-E188E06005FC}"/>
              </a:ext>
            </a:extLst>
          </p:cNvPr>
          <p:cNvSpPr/>
          <p:nvPr/>
        </p:nvSpPr>
        <p:spPr>
          <a:xfrm>
            <a:off x="7157546" y="1556269"/>
            <a:ext cx="72000" cy="72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E259DA8-0C64-9AC7-5A82-66FD43EE7244}"/>
              </a:ext>
            </a:extLst>
          </p:cNvPr>
          <p:cNvSpPr txBox="1"/>
          <p:nvPr/>
        </p:nvSpPr>
        <p:spPr>
          <a:xfrm>
            <a:off x="6710893" y="2508692"/>
            <a:ext cx="1052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Location</a:t>
            </a:r>
          </a:p>
        </p:txBody>
      </p:sp>
      <p:pic>
        <p:nvPicPr>
          <p:cNvPr id="3" name="Picture 3" descr="College of Education &amp; Human Sciences - Events">
            <a:extLst>
              <a:ext uri="{FF2B5EF4-FFF2-40B4-BE49-F238E27FC236}">
                <a16:creationId xmlns:a16="http://schemas.microsoft.com/office/drawing/2014/main" id="{786B05FF-4ACD-045A-00F2-58A204A9D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3" r="59464" b="21786"/>
          <a:stretch/>
        </p:blipFill>
        <p:spPr bwMode="auto">
          <a:xfrm>
            <a:off x="6710893" y="1601794"/>
            <a:ext cx="266173" cy="1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s and Templates | Oklahoma State University">
            <a:extLst>
              <a:ext uri="{FF2B5EF4-FFF2-40B4-BE49-F238E27FC236}">
                <a16:creationId xmlns:a16="http://schemas.microsoft.com/office/drawing/2014/main" id="{7C8308F5-ABEB-CE94-8022-ED4B75CC3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4" y="5875291"/>
            <a:ext cx="3934536" cy="1180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AD1F85-9497-4CE3-2CD9-4707C09A998F}"/>
              </a:ext>
            </a:extLst>
          </p:cNvPr>
          <p:cNvSpPr txBox="1"/>
          <p:nvPr/>
        </p:nvSpPr>
        <p:spPr>
          <a:xfrm>
            <a:off x="9794451" y="6073912"/>
            <a:ext cx="22058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Illinois Institute of Technology, Ph.D. with Honors, 2001</a:t>
            </a:r>
          </a:p>
        </p:txBody>
      </p:sp>
      <p:pic>
        <p:nvPicPr>
          <p:cNvPr id="6" name="Picture 5" descr="A person wearing glasses and a pink shirt&#10;&#10;Description automatically generated">
            <a:extLst>
              <a:ext uri="{FF2B5EF4-FFF2-40B4-BE49-F238E27FC236}">
                <a16:creationId xmlns:a16="http://schemas.microsoft.com/office/drawing/2014/main" id="{3D558FF6-270A-CD8B-D19B-047448514C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139" y="1437068"/>
            <a:ext cx="2309688" cy="33192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FEDECD-B7E6-174A-1D67-9B87C71807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6640" y="5897522"/>
            <a:ext cx="823372" cy="81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98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Mansy, Khaled</cp:lastModifiedBy>
  <cp:revision>8</cp:revision>
  <dcterms:created xsi:type="dcterms:W3CDTF">2024-07-25T14:37:25Z</dcterms:created>
  <dcterms:modified xsi:type="dcterms:W3CDTF">2024-08-31T01:41:09Z</dcterms:modified>
</cp:coreProperties>
</file>