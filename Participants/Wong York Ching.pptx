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49303"/>
            <a:ext cx="12192000" cy="6777175"/>
          </a:xfrm>
          <a:prstGeom prst="rect">
            <a:avLst/>
          </a:prstGeom>
        </p:spPr>
      </p:pic>
      <p:grpSp>
        <p:nvGrpSpPr>
          <p:cNvPr id="5" name="Group 4"/>
          <p:cNvGrpSpPr>
            <a:grpSpLocks noGrp="1" noRot="1" noChangeAspect="1" noMove="1" noResize="1" noUngrp="1"/>
          </p:cNvGrpSpPr>
          <p:nvPr/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6" name="Freeform: Shape 11"/>
            <p:cNvSpPr/>
            <p:nvPr/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2"/>
            <p:cNvSpPr/>
            <p:nvPr/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3"/>
            <p:cNvSpPr/>
            <p:nvPr/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9" name="Freeform: Shape 14"/>
            <p:cNvSpPr/>
            <p:nvPr/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9" name="Grafik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10" name="Grafik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  <a:endParaRPr lang="de-DE" sz="1200" dirty="0"/>
          </a:p>
          <a:p>
            <a:pPr algn="ctr"/>
            <a:r>
              <a:rPr lang="de-DE" sz="1200" dirty="0"/>
              <a:t>31 August to 11 September 2026</a:t>
            </a:r>
            <a:endParaRPr lang="de-DE" sz="1200" dirty="0"/>
          </a:p>
        </p:txBody>
      </p:sp>
      <p:sp>
        <p:nvSpPr>
          <p:cNvPr id="22" name="Textfeld 21"/>
          <p:cNvSpPr txBox="1"/>
          <p:nvPr/>
        </p:nvSpPr>
        <p:spPr>
          <a:xfrm>
            <a:off x="774087" y="953666"/>
            <a:ext cx="5391061" cy="339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Universiti Malaya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Information Science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2nd year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Kuala Lumpur</a:t>
            </a:r>
            <a:r>
              <a:rPr lang="en-US" dirty="0"/>
              <a:t>, Malaysia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Nothing last forever, start now.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Bowling, playing badminton, jogging, and listening to podcast.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</a:t>
            </a:r>
            <a:endParaRPr lang="en-US" b="1" dirty="0"/>
          </a:p>
          <a:p>
            <a:pPr>
              <a:spcAft>
                <a:spcPts val="600"/>
              </a:spcAft>
            </a:pPr>
            <a:r>
              <a:rPr lang="en-US" altLang="en-US" dirty="0"/>
              <a:t>Expand global perspectives on sustainable social and environmental development.</a:t>
            </a:r>
            <a:endParaRPr lang="en-US" dirty="0"/>
          </a:p>
        </p:txBody>
      </p:sp>
      <p:sp>
        <p:nvSpPr>
          <p:cNvPr id="18" name="Textfeld 17"/>
          <p:cNvSpPr txBox="1"/>
          <p:nvPr/>
        </p:nvSpPr>
        <p:spPr>
          <a:xfrm>
            <a:off x="774087" y="257674"/>
            <a:ext cx="3091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2800" b="1" dirty="0"/>
              <a:t>Wong York Ching </a:t>
            </a:r>
            <a:endParaRPr lang="en-US" altLang="de-DE" sz="2800" b="1" dirty="0"/>
          </a:p>
        </p:txBody>
      </p:sp>
      <p:pic>
        <p:nvPicPr>
          <p:cNvPr id="17" name="Picture 16"/>
          <p:cNvPicPr/>
          <p:nvPr/>
        </p:nvPicPr>
        <p:blipFill>
          <a:blip r:embed="rId7"/>
          <a:stretch>
            <a:fillRect/>
          </a:stretch>
        </p:blipFill>
        <p:spPr>
          <a:xfrm>
            <a:off x="8103235" y="365125"/>
            <a:ext cx="2017395" cy="101600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8032750" y="264541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>
                <a:sym typeface="+mn-ea"/>
              </a:rPr>
              <a:t>Malaysia</a:t>
            </a:r>
            <a:endParaRPr lang="en-US" sz="1000" b="1"/>
          </a:p>
        </p:txBody>
      </p:sp>
      <p:sp>
        <p:nvSpPr>
          <p:cNvPr id="23" name="Text Box 22"/>
          <p:cNvSpPr txBox="1"/>
          <p:nvPr/>
        </p:nvSpPr>
        <p:spPr>
          <a:xfrm>
            <a:off x="5906135" y="368109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Europe</a:t>
            </a:r>
            <a:endParaRPr lang="en-US" sz="1000" b="1"/>
          </a:p>
        </p:txBody>
      </p:sp>
      <p:sp>
        <p:nvSpPr>
          <p:cNvPr id="24" name="Text Box 23"/>
          <p:cNvSpPr txBox="1"/>
          <p:nvPr/>
        </p:nvSpPr>
        <p:spPr>
          <a:xfrm>
            <a:off x="6504940" y="4006850"/>
            <a:ext cx="668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Middle </a:t>
            </a:r>
            <a:endParaRPr lang="en-US" sz="1000" b="1"/>
          </a:p>
          <a:p>
            <a:pPr algn="ctr"/>
            <a:r>
              <a:rPr lang="en-US" sz="1000" b="1"/>
              <a:t>East</a:t>
            </a:r>
            <a:endParaRPr lang="en-US" sz="1000" b="1"/>
          </a:p>
        </p:txBody>
      </p:sp>
      <p:sp>
        <p:nvSpPr>
          <p:cNvPr id="25" name="Text Box 24"/>
          <p:cNvSpPr txBox="1"/>
          <p:nvPr/>
        </p:nvSpPr>
        <p:spPr>
          <a:xfrm>
            <a:off x="5371465" y="4405630"/>
            <a:ext cx="668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Africa</a:t>
            </a:r>
            <a:endParaRPr lang="en-US" sz="1000" b="1"/>
          </a:p>
        </p:txBody>
      </p:sp>
      <p:sp>
        <p:nvSpPr>
          <p:cNvPr id="26" name="Text Box 25"/>
          <p:cNvSpPr txBox="1"/>
          <p:nvPr/>
        </p:nvSpPr>
        <p:spPr>
          <a:xfrm>
            <a:off x="9375140" y="4990465"/>
            <a:ext cx="7454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Australia</a:t>
            </a:r>
            <a:endParaRPr lang="en-US" sz="1000" b="1"/>
          </a:p>
        </p:txBody>
      </p:sp>
      <p:sp>
        <p:nvSpPr>
          <p:cNvPr id="27" name="Text Box 26"/>
          <p:cNvSpPr txBox="1"/>
          <p:nvPr/>
        </p:nvSpPr>
        <p:spPr>
          <a:xfrm>
            <a:off x="8160385" y="4006850"/>
            <a:ext cx="7454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Asia</a:t>
            </a:r>
            <a:endParaRPr lang="en-US" sz="1000" b="1"/>
          </a:p>
        </p:txBody>
      </p:sp>
      <p:sp>
        <p:nvSpPr>
          <p:cNvPr id="29" name="Textfeld 26"/>
          <p:cNvSpPr txBox="1"/>
          <p:nvPr/>
        </p:nvSpPr>
        <p:spPr>
          <a:xfrm>
            <a:off x="8032757" y="1380899"/>
            <a:ext cx="23101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Location where I work,</a:t>
            </a:r>
            <a:endParaRPr lang="en-US" noProof="0"/>
          </a:p>
          <a:p>
            <a:r>
              <a:rPr lang="en-US" noProof="0" dirty="0"/>
              <a:t>and where I live </a:t>
            </a:r>
            <a:endParaRPr lang="en-US" noProof="0" dirty="0"/>
          </a:p>
        </p:txBody>
      </p:sp>
      <p:pic>
        <p:nvPicPr>
          <p:cNvPr id="31" name="Picture 30"/>
          <p:cNvPicPr/>
          <p:nvPr/>
        </p:nvPicPr>
        <p:blipFill>
          <a:blip r:embed="rId8"/>
          <a:srcRect l="12014" t="5615" r="18012" b="7263"/>
          <a:stretch>
            <a:fillRect/>
          </a:stretch>
        </p:blipFill>
        <p:spPr>
          <a:xfrm>
            <a:off x="5436870" y="376555"/>
            <a:ext cx="2407920" cy="1662430"/>
          </a:xfrm>
          <a:prstGeom prst="rect">
            <a:avLst/>
          </a:prstGeom>
          <a:effectLst>
            <a:glow rad="114300">
              <a:schemeClr val="accent1">
                <a:alpha val="40000"/>
              </a:schemeClr>
            </a:glow>
            <a:softEdge rad="12700"/>
          </a:effectLst>
          <a:scene3d>
            <a:camera prst="orthographicFront"/>
            <a:lightRig rig="threePt" dir="t"/>
          </a:scene3d>
          <a:sp3d/>
        </p:spPr>
      </p:pic>
      <p:cxnSp>
        <p:nvCxnSpPr>
          <p:cNvPr id="33" name="Straight Arrow Connector 32"/>
          <p:cNvCxnSpPr/>
          <p:nvPr/>
        </p:nvCxnSpPr>
        <p:spPr>
          <a:xfrm flipH="1" flipV="1">
            <a:off x="6898005" y="2048510"/>
            <a:ext cx="1057910" cy="9429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llipse 24"/>
          <p:cNvSpPr/>
          <p:nvPr/>
        </p:nvSpPr>
        <p:spPr>
          <a:xfrm>
            <a:off x="7884044" y="2919596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5" name="Picture 34" descr="IMG_5789"/>
          <p:cNvPicPr>
            <a:picLocks noChangeAspect="1"/>
          </p:cNvPicPr>
          <p:nvPr/>
        </p:nvPicPr>
        <p:blipFill>
          <a:blip r:embed="rId9"/>
          <a:srcRect l="8834" t="23845" r="7890" b="20149"/>
          <a:stretch>
            <a:fillRect/>
          </a:stretch>
        </p:blipFill>
        <p:spPr>
          <a:xfrm>
            <a:off x="9704070" y="2548890"/>
            <a:ext cx="2148840" cy="1918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WPS Presentation</Application>
  <PresentationFormat>Breitbild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Aptos</vt:lpstr>
      <vt:lpstr>SF Pro Display Regular</vt:lpstr>
      <vt:lpstr>Microsoft YaHei</vt:lpstr>
      <vt:lpstr>汉仪旗黑</vt:lpstr>
      <vt:lpstr>Arial Unicode MS</vt:lpstr>
      <vt:lpstr>Aptos Display</vt:lpstr>
      <vt:lpstr>Calibri</vt:lpstr>
      <vt:lpstr>Helvetica Neue</vt:lpstr>
      <vt:lpstr>汉仪书宋二KW</vt:lpstr>
      <vt:lpstr>Wingdings</vt:lpstr>
      <vt:lpstr>等线</vt:lpstr>
      <vt:lpstr>汉仪中等线KW</vt:lpstr>
      <vt:lpstr>1_Office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York Ching (Yve)</cp:lastModifiedBy>
  <cp:revision>10</cp:revision>
  <dcterms:created xsi:type="dcterms:W3CDTF">2026-08-31T03:17:46Z</dcterms:created>
  <dcterms:modified xsi:type="dcterms:W3CDTF">2026-08-31T03:17:46Z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CBB1E786C535E25D59F2946A591A1CE2_43</vt:lpwstr>
  </property>
  <property fmtid="{D5CDD505-2E9C-101B-9397-08002B2CF9AE}" pid="3" name="KSOProductBuildVer">
    <vt:lpwstr>1033-12.1.23155.23155</vt:lpwstr>
  </property>
</Properties>
</file>