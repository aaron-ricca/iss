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2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065"/>
    <p:restoredTop sz="94640"/>
  </p:normalViewPr>
  <p:slideViewPr>
    <p:cSldViewPr snapToGrid="0">
      <p:cViewPr varScale="1">
        <p:scale>
          <a:sx n="51" d="100"/>
          <a:sy n="51" d="100"/>
        </p:scale>
        <p:origin x="208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856AA-B710-9048-AAFB-4B1124A2B5B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60DCD-FFEB-6D48-BC26-F8099B60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2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2572C-410D-E04A-FE7F-04A1A148C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48E3F-4A5D-065D-7008-F84BE3192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A9FE8-A8AA-A04F-DD69-8164592A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A5B0A250-5CC0-1746-B209-08E8B0DAE6AF}" type="datetimeFigureOut">
              <a:rPr lang="en-US" smtClean="0"/>
              <a:pPr algn="l"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238C0-E9A8-10FD-BC77-CD2A6211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16B65-12B4-FB48-70D8-AFF079B2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7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9114-E7E9-D16F-F3CF-B396F3F8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7AA96-0E48-6C6F-A2D2-161F0081C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2096-239A-5432-2A4D-18DE8775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BA875-F1B0-5516-28A5-00AA6BBF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8A64-5585-5A60-589A-10FFA039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29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1BB4-64FA-56A5-ECDE-827B95A2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D4EE3-88BC-09CC-11E4-75A32AA1D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A994F-F71C-05A3-2345-D48BACA5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C6A2F-FB86-BD8F-FAB3-961A8DDC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08BB7-BC10-E997-FDB4-8FA6DD59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39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3AF6-C2B1-9FD1-10F3-B9ADAAB1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1F74A-24D6-30F0-FABD-22A7F692B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FFAED-6F69-C865-7B35-ABB510435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B287-BEC6-1423-8802-8CD49593C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76978-AA25-BDC7-36CA-D3A20C7F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3B40-34A8-C39C-72E6-4633FBD3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02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E2BF-705C-4EA6-821A-315FB109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7D0DC-A5C8-1508-041D-B1713F0A3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BBAED-7479-4CC3-E443-CFC712998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EE9EB-FAB4-39C9-7F39-D913570A6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5CC779-34B2-738A-6EBF-08D3EBC3F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99E4C-A218-9CCD-36D1-D1B69C58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3A258-5B3E-2B7E-E95E-5010B6A4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F5F0E-9CDB-F19A-298D-4B18391E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80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1EE8-FC60-8502-BB92-7787EABF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009F4-18AB-A6FE-62B7-073BFD5C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3B8F9-12E4-016F-281F-19C50F25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D5629-DAB3-2215-1135-AF4B4388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4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46C14-87E3-EDD7-AC35-7ACCAAA5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3F8D4-C701-C020-1BAD-4BCA3D79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D59F2-115E-0080-0709-297894A3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9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4954-58F6-DC85-715E-9F978808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73227-FBB3-C792-F760-81B2D8C2B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A0C0B-F92C-1263-CD00-0EAC4DC4B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1ED72-C722-1477-9F27-C752DBA5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F48-DB00-387F-DCAF-1602EC0F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EDDC9-C76D-33F0-C6C7-6130AE29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97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3C2D-1FED-863A-B453-C677C9C8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B9A29-C267-3624-2054-DE19EADF4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59057-73D6-DBE8-5F10-AE35E3510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5629A-C3B0-1C6C-2C67-DC23C3851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8/30/26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BD393-17D8-CFB4-2945-6DDBC770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F6996-F97D-D1CE-E94D-5E6025B5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F68C-88D5-E75D-4B73-6BA9DCB7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462D0-0000-9542-F0A9-D5AE6C3CA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17-E687-F0FC-ECBC-51B9B8EE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49F84-5DC9-2C69-580C-9DD3F66E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2260D-6DB0-17A3-B47D-716F0B71C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50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649ED-831F-10BA-C38F-6F8EE2C67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9640-FC16-ADFB-25A8-8204F22C8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3CB63-F9EC-1357-6D16-70DEAD04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C2889-5A27-839B-07BE-8EEE0632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09F81-239A-4FAE-C813-80135B74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79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4EE8F5-1DE9-2908-E852-81B0BD43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210F-CCC8-FE38-90A2-08B06840A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2787B-6818-BA5F-4D18-9CF6E6132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0A250-5CC0-1746-B209-08E8B0DAE6AF}" type="datetimeFigureOut">
              <a:rPr lang="en-US" smtClean="0"/>
              <a:pPr/>
              <a:t>8/30/26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47E98-3105-88C9-4075-B1CED97AB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EE506-BB50-87F6-9E5A-3A66EE486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16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7B364B-E0C2-84A1-076C-FA05E572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28" b="11023"/>
          <a:stretch>
            <a:fillRect/>
          </a:stretch>
        </p:blipFill>
        <p:spPr>
          <a:xfrm>
            <a:off x="5466477" y="1793347"/>
            <a:ext cx="2441643" cy="1972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42C44A-9A72-9194-2574-E64E69C02F8D}"/>
              </a:ext>
            </a:extLst>
          </p:cNvPr>
          <p:cNvSpPr txBox="1"/>
          <p:nvPr/>
        </p:nvSpPr>
        <p:spPr>
          <a:xfrm>
            <a:off x="680484" y="148856"/>
            <a:ext cx="51558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T Sans Medium" pitchFamily="2" charset="0"/>
              </a:rPr>
              <a:t>University: </a:t>
            </a:r>
            <a:r>
              <a:rPr lang="en-US" dirty="0" err="1">
                <a:latin typeface="UT Sans Medium" pitchFamily="2" charset="0"/>
              </a:rPr>
              <a:t>Transilvania</a:t>
            </a:r>
            <a:r>
              <a:rPr lang="en-US" dirty="0">
                <a:latin typeface="UT Sans Medium" pitchFamily="2" charset="0"/>
              </a:rPr>
              <a:t> University of </a:t>
            </a:r>
            <a:r>
              <a:rPr lang="en-US" dirty="0" err="1">
                <a:latin typeface="UT Sans Medium" pitchFamily="2" charset="0"/>
              </a:rPr>
              <a:t>Braşov</a:t>
            </a:r>
            <a:r>
              <a:rPr lang="en-US" dirty="0">
                <a:latin typeface="UT Sans Medium" pitchFamily="2" charset="0"/>
              </a:rPr>
              <a:t>, Faculty of Food and Tourism / University of agricultural sciences and veterinary medicine Bucharest, Faculty of Biotechnology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Study program: Biotechnology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Year of study: 3</a:t>
            </a:r>
            <a:r>
              <a:rPr lang="en-US" baseline="30000" dirty="0">
                <a:latin typeface="UT Sans Medium" pitchFamily="2" charset="0"/>
              </a:rPr>
              <a:t>rd</a:t>
            </a:r>
            <a:r>
              <a:rPr lang="en-US" dirty="0">
                <a:latin typeface="UT Sans Medium" pitchFamily="2" charset="0"/>
              </a:rPr>
              <a:t> year of PhD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City: </a:t>
            </a:r>
            <a:r>
              <a:rPr lang="en-US" dirty="0" err="1">
                <a:latin typeface="UT Sans Medium" pitchFamily="2" charset="0"/>
              </a:rPr>
              <a:t>Braşov</a:t>
            </a:r>
            <a:r>
              <a:rPr lang="en-US" dirty="0">
                <a:latin typeface="UT Sans Medium" pitchFamily="2" charset="0"/>
              </a:rPr>
              <a:t>, Bucharest, Romania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Motto for life: Nothing is impossible for the one who believes.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Hobbies: reading, sports, travelling, spending time with friends and family.</a:t>
            </a:r>
          </a:p>
          <a:p>
            <a:endParaRPr lang="en-US" dirty="0">
              <a:latin typeface="UT Sans Medium" pitchFamily="2" charset="0"/>
            </a:endParaRPr>
          </a:p>
          <a:p>
            <a:r>
              <a:rPr lang="en-US" dirty="0">
                <a:latin typeface="UT Sans Medium" pitchFamily="2" charset="0"/>
              </a:rPr>
              <a:t>Your expectations from the summer school: </a:t>
            </a:r>
          </a:p>
          <a:p>
            <a:r>
              <a:rPr lang="en-US" dirty="0">
                <a:latin typeface="UT Sans Medium" pitchFamily="2" charset="0"/>
              </a:rPr>
              <a:t>My focus is on learning more about sustainable food systems, engaging in dialogue, and applying practical solutions to promote sustainability in research, education, and everyday practices.</a:t>
            </a:r>
          </a:p>
        </p:txBody>
      </p:sp>
      <p:pic>
        <p:nvPicPr>
          <p:cNvPr id="10" name="Picture 6" descr="Home - Facultatea de Alimentație și turism">
            <a:extLst>
              <a:ext uri="{FF2B5EF4-FFF2-40B4-BE49-F238E27FC236}">
                <a16:creationId xmlns:a16="http://schemas.microsoft.com/office/drawing/2014/main" id="{7BA3D03C-ED79-5E28-1A68-C8E96FB5C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928" y="285125"/>
            <a:ext cx="2315661" cy="90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acultatea de Biotehnologii | Bucharest">
            <a:extLst>
              <a:ext uri="{FF2B5EF4-FFF2-40B4-BE49-F238E27FC236}">
                <a16:creationId xmlns:a16="http://schemas.microsoft.com/office/drawing/2014/main" id="{8EECD6C4-6500-1326-58B7-7A626B478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604" y="4370529"/>
            <a:ext cx="2002307" cy="196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person sitting on a couch&#10;&#10;AI-generated content may be incorrect.">
            <a:extLst>
              <a:ext uri="{FF2B5EF4-FFF2-40B4-BE49-F238E27FC236}">
                <a16:creationId xmlns:a16="http://schemas.microsoft.com/office/drawing/2014/main" id="{DEF3CB89-5FAE-3A19-5D4E-AC5B657FE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120" y="1002018"/>
            <a:ext cx="4111860" cy="44799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3925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110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UT Sans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Roxana Ichim</dc:creator>
  <cp:lastModifiedBy>Ana Maria Manolică</cp:lastModifiedBy>
  <cp:revision>4</cp:revision>
  <dcterms:created xsi:type="dcterms:W3CDTF">2025-09-06T04:42:30Z</dcterms:created>
  <dcterms:modified xsi:type="dcterms:W3CDTF">2026-08-30T18:36:17Z</dcterms:modified>
</cp:coreProperties>
</file>