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>
        <p:scale>
          <a:sx n="104" d="100"/>
          <a:sy n="104" d="100"/>
        </p:scale>
        <p:origin x="800" y="51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69C5D-2231-51E0-5F49-2C5ADC72C80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27.08.26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3139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lv-LV" sz="2800" b="1" dirty="0"/>
              <a:t>Tanisha India Graf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92796"/>
            <a:ext cx="5391061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de-CH" dirty="0"/>
              <a:t>Eastern </a:t>
            </a:r>
            <a:r>
              <a:rPr lang="de-CH" dirty="0" err="1"/>
              <a:t>Switzerland</a:t>
            </a:r>
            <a:r>
              <a:rPr lang="de-CH" dirty="0"/>
              <a:t>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de-CH" dirty="0" err="1"/>
              <a:t>Physiotherapy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lv-LV" dirty="0"/>
              <a:t>3rd </a:t>
            </a:r>
            <a:r>
              <a:rPr lang="en-US" dirty="0"/>
              <a:t>semester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de-CH" dirty="0"/>
              <a:t>St. Gallen, </a:t>
            </a:r>
            <a:r>
              <a:rPr lang="de-CH" dirty="0" err="1"/>
              <a:t>Switzerland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de-CH" dirty="0" err="1"/>
              <a:t>Discomfort</a:t>
            </a:r>
            <a:r>
              <a:rPr lang="de-CH" dirty="0"/>
              <a:t> is </a:t>
            </a:r>
            <a:r>
              <a:rPr lang="de-CH" dirty="0" err="1"/>
              <a:t>part</a:t>
            </a:r>
            <a:r>
              <a:rPr lang="de-CH" dirty="0"/>
              <a:t> of </a:t>
            </a:r>
            <a:r>
              <a:rPr lang="de-CH" dirty="0" err="1"/>
              <a:t>growth</a:t>
            </a:r>
            <a:r>
              <a:rPr lang="de-CH" dirty="0"/>
              <a:t>.</a:t>
            </a:r>
            <a:endParaRPr lang="en-US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lv-LV" dirty="0" err="1"/>
              <a:t>Knitting</a:t>
            </a:r>
            <a:r>
              <a:rPr lang="lv-LV" dirty="0"/>
              <a:t>, </a:t>
            </a:r>
            <a:r>
              <a:rPr lang="lv-LV" dirty="0" err="1"/>
              <a:t>photography</a:t>
            </a:r>
            <a:r>
              <a:rPr lang="lv-LV" dirty="0"/>
              <a:t>, sports (</a:t>
            </a:r>
            <a:r>
              <a:rPr lang="lv-LV" dirty="0" err="1"/>
              <a:t>hiking</a:t>
            </a:r>
            <a:r>
              <a:rPr lang="lv-LV" dirty="0"/>
              <a:t>, </a:t>
            </a:r>
            <a:r>
              <a:rPr lang="lv-LV" dirty="0" err="1"/>
              <a:t>weight</a:t>
            </a:r>
            <a:r>
              <a:rPr lang="lv-LV" dirty="0"/>
              <a:t> </a:t>
            </a:r>
            <a:r>
              <a:rPr lang="lv-LV" dirty="0" err="1"/>
              <a:t>lifting</a:t>
            </a:r>
            <a:r>
              <a:rPr lang="lv-LV" dirty="0"/>
              <a:t>, </a:t>
            </a:r>
            <a:r>
              <a:rPr lang="lv-LV" dirty="0" err="1"/>
              <a:t>etc</a:t>
            </a:r>
            <a:r>
              <a:rPr lang="lv-LV" dirty="0"/>
              <a:t>.) </a:t>
            </a:r>
            <a:r>
              <a:rPr lang="lv-LV" dirty="0" err="1"/>
              <a:t>and</a:t>
            </a:r>
            <a:r>
              <a:rPr lang="lv-LV" dirty="0"/>
              <a:t> </a:t>
            </a:r>
            <a:r>
              <a:rPr lang="lv-LV" dirty="0" err="1"/>
              <a:t>baking</a:t>
            </a:r>
            <a:endParaRPr lang="en-US"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de-CH" dirty="0"/>
              <a:t>I want to </a:t>
            </a:r>
            <a:r>
              <a:rPr lang="lv-LV" dirty="0" err="1"/>
              <a:t>learn</a:t>
            </a:r>
            <a:r>
              <a:rPr lang="lv-LV" dirty="0"/>
              <a:t> </a:t>
            </a:r>
            <a:r>
              <a:rPr lang="lv-LV" dirty="0" err="1"/>
              <a:t>how</a:t>
            </a:r>
            <a:r>
              <a:rPr lang="lv-LV" dirty="0"/>
              <a:t> to </a:t>
            </a:r>
            <a:r>
              <a:rPr lang="lv-LV" dirty="0" err="1"/>
              <a:t>make</a:t>
            </a:r>
            <a:r>
              <a:rPr lang="lv-LV" dirty="0"/>
              <a:t> the </a:t>
            </a:r>
            <a:r>
              <a:rPr lang="lv-LV" dirty="0" err="1"/>
              <a:t>world</a:t>
            </a:r>
            <a:r>
              <a:rPr lang="lv-LV" dirty="0"/>
              <a:t> </a:t>
            </a:r>
            <a:r>
              <a:rPr lang="lv-LV" dirty="0" err="1"/>
              <a:t>more</a:t>
            </a:r>
            <a:r>
              <a:rPr lang="lv-LV" dirty="0"/>
              <a:t> </a:t>
            </a:r>
            <a:r>
              <a:rPr lang="lv-LV" dirty="0" err="1"/>
              <a:t>sustainable</a:t>
            </a:r>
            <a:r>
              <a:rPr lang="lv-LV" dirty="0"/>
              <a:t>.</a:t>
            </a:r>
            <a:endParaRPr dirty="0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500502" y="2528979"/>
            <a:ext cx="248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</a:t>
            </a:r>
            <a:r>
              <a:rPr lang="lv-LV" dirty="0" err="1"/>
              <a:t>study</a:t>
            </a:r>
            <a:r>
              <a:rPr lang="en-US" dirty="0"/>
              <a:t>,</a:t>
            </a:r>
            <a:endParaRPr dirty="0"/>
          </a:p>
          <a:p>
            <a:pPr>
              <a:defRPr/>
            </a:pPr>
            <a:r>
              <a:rPr lang="en-US" dirty="0"/>
              <a:t>and where I live 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53600" y="4906331"/>
            <a:ext cx="1993605" cy="191542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18BADBA-B2EA-1EF6-6AF7-3DA97FB07A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8" t="25863"/>
          <a:stretch>
            <a:fillRect/>
          </a:stretch>
        </p:blipFill>
        <p:spPr>
          <a:xfrm>
            <a:off x="9290306" y="1338325"/>
            <a:ext cx="2594957" cy="3426332"/>
          </a:xfrm>
          <a:prstGeom prst="rect">
            <a:avLst/>
          </a:prstGeom>
        </p:spPr>
      </p:pic>
      <p:pic>
        <p:nvPicPr>
          <p:cNvPr id="8" name="Grafik 7" descr="Campus St.Gallen | OST">
            <a:extLst>
              <a:ext uri="{FF2B5EF4-FFF2-40B4-BE49-F238E27FC236}">
                <a16:creationId xmlns:a16="http://schemas.microsoft.com/office/drawing/2014/main" id="{88894F92-5AC8-B50E-E43D-C78DD9693C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7435" y="992796"/>
            <a:ext cx="2483372" cy="1302046"/>
          </a:xfrm>
          <a:prstGeom prst="rect">
            <a:avLst/>
          </a:prstGeom>
        </p:spPr>
      </p:pic>
      <p:pic>
        <p:nvPicPr>
          <p:cNvPr id="10" name="Grafik 9" descr="Offizielle Webseite - St.Gallen-Bodensee Tourismus">
            <a:extLst>
              <a:ext uri="{FF2B5EF4-FFF2-40B4-BE49-F238E27FC236}">
                <a16:creationId xmlns:a16="http://schemas.microsoft.com/office/drawing/2014/main" id="{FA1874E3-46B5-2609-C995-6C703CB1AD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1887" y="3334436"/>
            <a:ext cx="2260601" cy="2260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Macintosh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Tanisha India Graf</cp:lastModifiedBy>
  <cp:revision>12</cp:revision>
  <dcterms:created xsi:type="dcterms:W3CDTF">2024-07-25T14:37:25Z</dcterms:created>
  <dcterms:modified xsi:type="dcterms:W3CDTF">2026-08-27T07:43:22Z</dcterms:modified>
</cp:coreProperties>
</file>