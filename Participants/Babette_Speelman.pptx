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31.08.2026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15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32029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Babette Speelman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7" y="953666"/>
            <a:ext cx="539106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de-CH" dirty="0"/>
              <a:t>Eastern </a:t>
            </a:r>
            <a:r>
              <a:rPr lang="de-CH" dirty="0" err="1"/>
              <a:t>Switzerland</a:t>
            </a:r>
            <a:r>
              <a:rPr lang="de-CH" dirty="0"/>
              <a:t> University of Applied Sciences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de-CH" dirty="0" err="1"/>
              <a:t>Renewable</a:t>
            </a:r>
            <a:r>
              <a:rPr lang="de-CH" dirty="0"/>
              <a:t> </a:t>
            </a:r>
            <a:r>
              <a:rPr lang="de-CH" dirty="0" err="1"/>
              <a:t>energies</a:t>
            </a:r>
            <a:r>
              <a:rPr lang="de-CH" dirty="0"/>
              <a:t> and environmental </a:t>
            </a:r>
            <a:r>
              <a:rPr lang="de-CH" dirty="0" err="1"/>
              <a:t>technology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Year of study: </a:t>
            </a:r>
            <a:r>
              <a:rPr lang="de-CH" dirty="0"/>
              <a:t>3. Semester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de-CH" dirty="0"/>
              <a:t>Rapperswil SG, </a:t>
            </a:r>
            <a:r>
              <a:rPr lang="de-CH" dirty="0" err="1"/>
              <a:t>Switzerland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Everything will be fine.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Rowing, Sailing, skiing, hiking, bicycling, painting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 </a:t>
            </a:r>
            <a:r>
              <a:rPr lang="en-US" dirty="0"/>
              <a:t>Meet cool new people who also care about the planet and learn something new with them.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E259DA8-0C64-9AC7-5A82-66FD43EE7244}"/>
              </a:ext>
            </a:extLst>
          </p:cNvPr>
          <p:cNvSpPr txBox="1"/>
          <p:nvPr/>
        </p:nvSpPr>
        <p:spPr>
          <a:xfrm>
            <a:off x="6326351" y="1397218"/>
            <a:ext cx="2459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Location where I </a:t>
            </a:r>
            <a:r>
              <a:rPr lang="en-US" dirty="0"/>
              <a:t>study</a:t>
            </a:r>
            <a:r>
              <a:rPr lang="en-US" noProof="0" dirty="0"/>
              <a:t>,</a:t>
            </a:r>
          </a:p>
          <a:p>
            <a:r>
              <a:rPr lang="en-US" noProof="0" dirty="0"/>
              <a:t>and where I live </a:t>
            </a:r>
            <a:r>
              <a:rPr lang="en-US" noProof="0" dirty="0">
                <a:sym typeface="Wingdings" panose="05000000000000000000" pitchFamily="2" charset="2"/>
              </a:rPr>
              <a:t></a:t>
            </a:r>
            <a:endParaRPr lang="en-US" noProof="0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0C372DC6-110E-A699-3E76-EB713329C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1142" y="6149315"/>
            <a:ext cx="2690418" cy="62145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F446614-695A-1FC6-3AC5-7C88D708E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0294" y="6037037"/>
            <a:ext cx="1809750" cy="590550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>
            <a:extLst>
              <a:ext uri="{FF2B5EF4-FFF2-40B4-BE49-F238E27FC236}">
                <a16:creationId xmlns:a16="http://schemas.microsoft.com/office/drawing/2014/main" id="{E7DD048C-B487-526A-D19D-CA7E4E0E06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203" y="5997466"/>
            <a:ext cx="1425203" cy="82911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14AA8D41-2571-1AEB-B9CD-286CCC9349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45069354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63500"/>
          </a:effec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C54ADDC0-A5C0-A8A0-D475-615E93CFF377}"/>
              </a:ext>
            </a:extLst>
          </p:cNvPr>
          <p:cNvSpPr txBox="1"/>
          <p:nvPr/>
        </p:nvSpPr>
        <p:spPr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Karlsruhe</a:t>
            </a:r>
          </a:p>
          <a:p>
            <a:pPr algn="ctr"/>
            <a:r>
              <a:rPr lang="de-DE" sz="1200" dirty="0"/>
              <a:t>31 August to 11 September 2026</a:t>
            </a:r>
          </a:p>
        </p:txBody>
      </p:sp>
      <p:pic>
        <p:nvPicPr>
          <p:cNvPr id="34" name="Grafik 33" descr="Ein Bild, das Text, Karte enthält.&#10;&#10;Automatisch generierte Beschreibung">
            <a:extLst>
              <a:ext uri="{FF2B5EF4-FFF2-40B4-BE49-F238E27FC236}">
                <a16:creationId xmlns:a16="http://schemas.microsoft.com/office/drawing/2014/main" id="{C2120BB0-3F94-1B23-7EB4-FEB3CCDEBA3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67640" y="2084631"/>
            <a:ext cx="2236131" cy="19774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7BB976F-CE0E-8EA5-4324-BACC16D615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07" y="1247462"/>
            <a:ext cx="2906300" cy="385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Speelman  Cheryll</cp:lastModifiedBy>
  <cp:revision>9</cp:revision>
  <dcterms:created xsi:type="dcterms:W3CDTF">2024-07-25T14:37:25Z</dcterms:created>
  <dcterms:modified xsi:type="dcterms:W3CDTF">2026-08-30T22:51:05Z</dcterms:modified>
</cp:coreProperties>
</file>