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89" dt="2026-08-30T21:08:49.9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pos="3840"/>
        <p:guide orient="horz" pos="216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C02F2A-C2CD-0C6B-DE35-94381221CC58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jpeg"/><Relationship Id="rId4" Type="http://schemas.openxmlformats.org/officeDocument/2006/relationships/image" Target="../media/image2.jp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" name="Bildplatzhalter 4" descr="Nahaufnahme eines grünen Felds"/>
          <p:cNvPicPr>
            <a:picLocks noChangeAspect="1"/>
          </p:cNvPicPr>
          <p:nvPr/>
        </p:nvPicPr>
        <p:blipFill>
          <a:blip r:embed="rId3">
            <a:alphaModFix amt="35000"/>
          </a:blip>
          <a:srcRect t="11515"/>
          <a:stretch/>
        </p:blipFill>
        <p:spPr bwMode="auto">
          <a:xfrm>
            <a:off x="-1" y="1"/>
            <a:ext cx="12192000" cy="6068290"/>
          </a:xfrm>
          <a:prstGeom prst="rect">
            <a:avLst/>
          </a:prstGeom>
        </p:spPr>
      </p:pic>
      <p:grpSp>
        <p:nvGrpSpPr>
          <p:cNvPr id="11" name="Group 10"/>
          <p:cNvGrpSpPr>
            <a:grpSpLocks noGrp="1" noUngrp="1" noRot="1" noChangeAspect="1" noMove="1" noResize="1"/>
          </p:cNvGrpSpPr>
          <p:nvPr/>
        </p:nvGrpSpPr>
        <p:grpSpPr bwMode="auto"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/>
            <p:cNvSpPr/>
            <p:nvPr/>
          </p:nvSpPr>
          <p:spPr bwMode="auto"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 extrusionOk="0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 bwMode="auto"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 extrusionOk="0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 bwMode="auto"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 extrusionOk="0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/>
            <p:cNvSpPr/>
            <p:nvPr/>
          </p:nvSpPr>
          <p:spPr bwMode="auto"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 extrusionOk="0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8" name="Textfeld 17"/>
          <p:cNvSpPr txBox="1"/>
          <p:nvPr/>
        </p:nvSpPr>
        <p:spPr bwMode="auto">
          <a:xfrm>
            <a:off x="774087" y="280545"/>
            <a:ext cx="1901483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GB" sz="2800" b="1">
                <a:latin typeface="Arial Narrow"/>
              </a:rPr>
              <a:t>Aaron Ricca</a:t>
            </a:r>
            <a:endParaRPr>
              <a:latin typeface="Arial Narrow"/>
            </a:endParaRPr>
          </a:p>
        </p:txBody>
      </p:sp>
      <p:sp>
        <p:nvSpPr>
          <p:cNvPr id="22" name="Textfeld 21"/>
          <p:cNvSpPr txBox="1"/>
          <p:nvPr/>
        </p:nvSpPr>
        <p:spPr bwMode="auto">
          <a:xfrm>
            <a:off x="774087" y="953666"/>
            <a:ext cx="5391061" cy="31700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b="1">
                <a:latin typeface="Arial Narrow"/>
              </a:rPr>
              <a:t>University: </a:t>
            </a:r>
            <a:r>
              <a:rPr lang="en-US">
                <a:latin typeface="Arial Narrow"/>
              </a:rPr>
              <a:t>Eastern Switzerland University of Applied Sciences (OST)</a:t>
            </a:r>
            <a:endParaRPr>
              <a:latin typeface="Arial Narrow"/>
            </a:endParaRPr>
          </a:p>
          <a:p>
            <a:pPr>
              <a:defRPr/>
            </a:pPr>
            <a:r>
              <a:rPr lang="en-US" b="1" dirty="0">
                <a:latin typeface="Arial Narrow"/>
              </a:rPr>
              <a:t>Study program:  </a:t>
            </a:r>
            <a:r>
              <a:rPr lang="en-US" dirty="0" err="1">
                <a:latin typeface="Arial Narrow"/>
              </a:rPr>
              <a:t>Eletrical</a:t>
            </a:r>
            <a:r>
              <a:rPr lang="en-US" dirty="0">
                <a:latin typeface="Arial Narrow"/>
              </a:rPr>
              <a:t> and Computer </a:t>
            </a:r>
            <a:r>
              <a:rPr lang="en-GB" dirty="0">
                <a:latin typeface="Arial Narrow"/>
              </a:rPr>
              <a:t>Engineering</a:t>
            </a:r>
            <a:endParaRPr dirty="0">
              <a:latin typeface="Arial Narrow"/>
            </a:endParaRPr>
          </a:p>
          <a:p>
            <a:pPr>
              <a:defRPr/>
            </a:pPr>
            <a:r>
              <a:rPr lang="en-US" b="1" dirty="0">
                <a:latin typeface="Arial Narrow"/>
              </a:rPr>
              <a:t>Year of study: 7</a:t>
            </a:r>
            <a:r>
              <a:rPr lang="en-GB" dirty="0" err="1">
                <a:latin typeface="Arial Narrow"/>
              </a:rPr>
              <a:t>th</a:t>
            </a:r>
            <a:r>
              <a:rPr lang="en-GB" dirty="0">
                <a:latin typeface="Arial Narrow"/>
              </a:rPr>
              <a:t> Semester</a:t>
            </a:r>
            <a:endParaRPr dirty="0">
              <a:latin typeface="Arial Narrow"/>
            </a:endParaRPr>
          </a:p>
          <a:p>
            <a:pPr>
              <a:defRPr/>
            </a:pPr>
            <a:r>
              <a:rPr lang="en-US" b="1" dirty="0">
                <a:latin typeface="Arial Narrow"/>
              </a:rPr>
              <a:t>City: </a:t>
            </a:r>
            <a:r>
              <a:rPr lang="en-US" dirty="0" err="1">
                <a:latin typeface="Arial Narrow"/>
              </a:rPr>
              <a:t>Rapperswil</a:t>
            </a:r>
            <a:r>
              <a:rPr lang="en-US" dirty="0">
                <a:latin typeface="Arial Narrow"/>
              </a:rPr>
              <a:t>, Switzerland</a:t>
            </a:r>
            <a:endParaRPr dirty="0">
              <a:latin typeface="Arial Narrow"/>
            </a:endParaRPr>
          </a:p>
          <a:p>
            <a:pPr>
              <a:spcAft>
                <a:spcPts val="600"/>
              </a:spcAft>
              <a:defRPr/>
            </a:pPr>
            <a:r>
              <a:rPr lang="en-US" b="1" dirty="0">
                <a:latin typeface="Arial Narrow"/>
              </a:rPr>
              <a:t>Motto for life: </a:t>
            </a:r>
            <a:r>
              <a:rPr lang="it-CH">
                <a:latin typeface="Aptos"/>
              </a:rPr>
              <a:t>Bolts</a:t>
            </a:r>
            <a:r>
              <a:rPr lang="it-CH">
                <a:ea typeface="+mn-lt"/>
                <a:cs typeface="+mn-lt"/>
              </a:rPr>
              <a:t> are the murder of the </a:t>
            </a:r>
            <a:r>
              <a:rPr lang="it-CH" dirty="0">
                <a:ea typeface="+mn-lt"/>
                <a:cs typeface="+mn-lt"/>
              </a:rPr>
              <a:t>impossible.</a:t>
            </a:r>
            <a:endParaRPr dirty="0">
              <a:ea typeface="+mn-lt"/>
              <a:cs typeface="+mn-lt"/>
            </a:endParaRPr>
          </a:p>
          <a:p>
            <a:pPr>
              <a:spcAft>
                <a:spcPts val="600"/>
              </a:spcAft>
              <a:defRPr/>
            </a:pPr>
            <a:r>
              <a:rPr lang="en-US" b="1" dirty="0">
                <a:latin typeface="Arial Narrow"/>
              </a:rPr>
              <a:t>Hobbies: </a:t>
            </a:r>
            <a:r>
              <a:rPr lang="de-CH" dirty="0">
                <a:latin typeface="Arial Narrow"/>
              </a:rPr>
              <a:t>Climbing, Anime, and Climbing </a:t>
            </a:r>
            <a:r>
              <a:rPr lang="de-CH" dirty="0" err="1">
                <a:latin typeface="Arial Narrow"/>
              </a:rPr>
              <a:t>again</a:t>
            </a:r>
            <a:endParaRPr lang="de-CH" dirty="0">
              <a:latin typeface="Arial Narrow"/>
            </a:endParaRPr>
          </a:p>
          <a:p>
            <a:pPr>
              <a:spcAft>
                <a:spcPts val="600"/>
              </a:spcAft>
              <a:defRPr/>
            </a:pPr>
            <a:r>
              <a:rPr lang="en-US" b="1">
                <a:latin typeface="Arial Narrow"/>
              </a:rPr>
              <a:t>Your expectations from the summer school:</a:t>
            </a:r>
            <a:endParaRPr>
              <a:latin typeface="Arial Narrow"/>
            </a:endParaRPr>
          </a:p>
          <a:p>
            <a:pPr>
              <a:defRPr/>
            </a:pPr>
            <a:r>
              <a:rPr lang="it-CH" dirty="0">
                <a:latin typeface="Arial Narrow"/>
              </a:rPr>
              <a:t>Meet new people from all over the world and learn new things </a:t>
            </a:r>
            <a:r>
              <a:rPr lang="it-CH">
                <a:latin typeface="Arial Narrow"/>
              </a:rPr>
              <a:t>about Everything.</a:t>
            </a:r>
            <a:endParaRPr lang="en-GB" b="1">
              <a:latin typeface="Arial Narrow"/>
            </a:endParaRPr>
          </a:p>
        </p:txBody>
      </p:sp>
      <p:sp>
        <p:nvSpPr>
          <p:cNvPr id="27" name="Textfeld 26"/>
          <p:cNvSpPr txBox="1"/>
          <p:nvPr/>
        </p:nvSpPr>
        <p:spPr bwMode="auto">
          <a:xfrm>
            <a:off x="6532466" y="2269164"/>
            <a:ext cx="22781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>
                <a:latin typeface="Arial Narrow"/>
              </a:rPr>
              <a:t>Rapperswil, Switzerland</a:t>
            </a:r>
            <a:endParaRPr/>
          </a:p>
          <a:p>
            <a:pPr>
              <a:defRPr/>
            </a:pPr>
            <a:r>
              <a:rPr lang="en-US" b="1">
                <a:latin typeface="Arial Narrow"/>
              </a:rPr>
              <a:t>Location where I live ↑,</a:t>
            </a:r>
            <a:endParaRPr b="1">
              <a:latin typeface="Arial Narrow"/>
            </a:endParaRPr>
          </a:p>
          <a:p>
            <a:pPr>
              <a:defRPr/>
            </a:pPr>
            <a:r>
              <a:rPr lang="en-US" b="1">
                <a:latin typeface="Arial Narrow"/>
              </a:rPr>
              <a:t>Location of my origin ↓</a:t>
            </a:r>
            <a:endParaRPr/>
          </a:p>
          <a:p>
            <a:pPr>
              <a:defRPr/>
            </a:pPr>
            <a:r>
              <a:rPr lang="en-US">
                <a:latin typeface="Arial Narrow"/>
              </a:rPr>
              <a:t>Ticino, Switzerland </a:t>
            </a:r>
            <a:endParaRPr>
              <a:latin typeface="Arial Narrow"/>
            </a:endParaRPr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981142" y="6149315"/>
            <a:ext cx="2690418" cy="621453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8160294" y="6037037"/>
            <a:ext cx="1809750" cy="590549"/>
          </a:xfrm>
          <a:prstGeom prst="rect">
            <a:avLst/>
          </a:prstGeom>
        </p:spPr>
      </p:pic>
      <p:pic>
        <p:nvPicPr>
          <p:cNvPr id="28" name="Grafik 27" descr="Ein Bild, das Symbol, Grafiken, Schrift, Logo enthält.&#10;&#10;KI-generierte Inhalte können fehlerhaft sein.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10569202" y="5997466"/>
            <a:ext cx="1425203" cy="82911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-609" y="4728902"/>
            <a:ext cx="2218681" cy="2131674"/>
          </a:xfrm>
          <a:custGeom>
            <a:avLst/>
            <a:gdLst>
              <a:gd name="csX0" fmla="*/ 0 w 2218681"/>
              <a:gd name="csY0" fmla="*/ 0 h 2131674"/>
              <a:gd name="csX1" fmla="*/ 2218681 w 2218681"/>
              <a:gd name="csY1" fmla="*/ 0 h 2131674"/>
              <a:gd name="csX2" fmla="*/ 2218681 w 2218681"/>
              <a:gd name="csY2" fmla="*/ 2131674 h 2131674"/>
              <a:gd name="csX3" fmla="*/ 0 w 2218681"/>
              <a:gd name="csY3" fmla="*/ 2131674 h 2131674"/>
              <a:gd name="csX4" fmla="*/ 0 w 2218681"/>
              <a:gd name="csY4" fmla="*/ 0 h 213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</a:ln>
          <a:effectLst>
            <a:softEdge rad="63500"/>
          </a:effectLst>
        </p:spPr>
      </p:pic>
      <p:sp>
        <p:nvSpPr>
          <p:cNvPr id="32" name="Textfeld 31"/>
          <p:cNvSpPr txBox="1"/>
          <p:nvPr/>
        </p:nvSpPr>
        <p:spPr bwMode="auto">
          <a:xfrm>
            <a:off x="2591297" y="6242932"/>
            <a:ext cx="2045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de-DE" sz="1200">
                <a:latin typeface="Arial Narrow"/>
              </a:rPr>
              <a:t>Karlsruhe</a:t>
            </a:r>
            <a:endParaRPr>
              <a:latin typeface="Arial Narrow"/>
            </a:endParaRPr>
          </a:p>
          <a:p>
            <a:pPr algn="ctr">
              <a:defRPr/>
            </a:pPr>
            <a:r>
              <a:rPr lang="de-DE" sz="1200">
                <a:latin typeface="Arial Narrow"/>
              </a:rPr>
              <a:t>31 August to 11 September 2026</a:t>
            </a:r>
            <a:endParaRPr>
              <a:latin typeface="Arial Narrow"/>
            </a:endParaRP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5999674" y="325231"/>
            <a:ext cx="3343772" cy="1911283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9"/>
          <a:srcRect t="13275"/>
          <a:stretch/>
        </p:blipFill>
        <p:spPr bwMode="auto">
          <a:xfrm>
            <a:off x="6614288" y="3502143"/>
            <a:ext cx="2303928" cy="232259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239E566-C9C9-0537-B892-8E191265C13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5836" y="1280160"/>
            <a:ext cx="1877367" cy="3190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2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Kauffeld</dc:creator>
  <cp:lastModifiedBy>Anonymous</cp:lastModifiedBy>
  <cp:revision>43</cp:revision>
  <dcterms:created xsi:type="dcterms:W3CDTF">2024-07-25T14:37:25Z</dcterms:created>
  <dcterms:modified xsi:type="dcterms:W3CDTF">2026-08-30T21:08:51Z</dcterms:modified>
</cp:coreProperties>
</file>