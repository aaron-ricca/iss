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77DACB-8CCA-F414-F84E-4F53EB65CD6C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jpeg"/><Relationship Id="rId4" Type="http://schemas.openxmlformats.org/officeDocument/2006/relationships/image" Target="../media/image2.jp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tretch/>
        </p:blipFill>
        <p:spPr bwMode="auto">
          <a:xfrm>
            <a:off x="-208597" y="-15642"/>
            <a:ext cx="13810057" cy="6873641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sp>
        <p:nvSpPr>
          <p:cNvPr id="18" name="Textfeld 17"/>
          <p:cNvSpPr txBox="1"/>
          <p:nvPr/>
        </p:nvSpPr>
        <p:spPr bwMode="auto">
          <a:xfrm>
            <a:off x="774087" y="257673"/>
            <a:ext cx="2531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CH" sz="2800" b="1" dirty="0"/>
              <a:t>Isabelle Wippl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53666"/>
            <a:ext cx="477419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en-US" dirty="0"/>
              <a:t>Eastern Switzerland University of Applied Sciences (OST)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en-US" dirty="0"/>
              <a:t>Landscape architecture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year, parttime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</a:t>
            </a:r>
            <a:r>
              <a:rPr lang="de-CH" b="1" dirty="0"/>
              <a:t> </a:t>
            </a:r>
            <a:r>
              <a:rPr lang="de-CH" dirty="0"/>
              <a:t>Basel, </a:t>
            </a:r>
            <a:r>
              <a:rPr lang="en-US" dirty="0"/>
              <a:t>Switzerland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de-CH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Everything I do in my life is true to my nature.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de-CH" dirty="0"/>
              <a:t>I love my kids, memes, sidequesting with friends and dancing at sunrise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lang="de-CH" b="1" dirty="0"/>
          </a:p>
          <a:p>
            <a:pPr>
              <a:spcAft>
                <a:spcPts val="600"/>
              </a:spcAft>
              <a:defRPr/>
            </a:pPr>
            <a:r>
              <a:rPr lang="de-CH" dirty="0"/>
              <a:t>Hope through genuine change makers.</a:t>
            </a:r>
          </a:p>
          <a:p>
            <a:pPr>
              <a:spcAft>
                <a:spcPts val="600"/>
              </a:spcAft>
              <a:defRPr/>
            </a:pPr>
            <a:r>
              <a:rPr lang="de-CH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Experiencing self-efficacy and building trust</a:t>
            </a:r>
            <a:endParaRPr dirty="0"/>
          </a:p>
        </p:txBody>
      </p:sp>
      <p:sp>
        <p:nvSpPr>
          <p:cNvPr id="27" name="Textfeld 26"/>
          <p:cNvSpPr txBox="1"/>
          <p:nvPr/>
        </p:nvSpPr>
        <p:spPr bwMode="auto">
          <a:xfrm>
            <a:off x="5887404" y="2963016"/>
            <a:ext cx="1827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CH" sz="1600" dirty="0"/>
              <a:t>W</a:t>
            </a:r>
            <a:r>
              <a:rPr lang="de-DE" sz="1600" dirty="0" err="1"/>
              <a:t>here</a:t>
            </a:r>
            <a:r>
              <a:rPr lang="de-DE" sz="1600" dirty="0"/>
              <a:t> I live, work and study</a:t>
            </a:r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3" name="Grafik 2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8964" y="4978332"/>
            <a:ext cx="1959319" cy="1882483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17" name="Textfeld 16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CBFC14FD-1BC5-D1DA-514C-072E3D35FD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3478" y="893046"/>
            <a:ext cx="2325028" cy="198273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D1EFDE0-9D62-50A2-87B8-E07201318C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478" y="3692951"/>
            <a:ext cx="2014727" cy="151104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F3E1AD36-5FB5-2E14-ABA8-2B9FD8A6ED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793" y="893046"/>
            <a:ext cx="4050779" cy="43074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Breitbild</PresentationFormat>
  <Paragraphs>12</Paragraphs>
  <Slides>1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Kauffeld</dc:creator>
  <cp:lastModifiedBy>Isabelle Wippl</cp:lastModifiedBy>
  <cp:revision>18</cp:revision>
  <dcterms:created xsi:type="dcterms:W3CDTF">2024-07-25T14:37:25Z</dcterms:created>
  <dcterms:modified xsi:type="dcterms:W3CDTF">2026-08-30T19:29:03Z</dcterms:modified>
</cp:coreProperties>
</file>