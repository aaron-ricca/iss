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22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7" d="100"/>
          <a:sy n="77" d="100"/>
        </p:scale>
        <p:origin x="1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A4DE88-BC25-5223-9366-3117A642C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CB2B86B-ADAB-19A4-9057-4B319BAB9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64F19E-F05C-800D-4350-92DD7F158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531308-BC06-19D6-CB98-1D6F7865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327427-A2A4-2523-41F5-7AD0F09F1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49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67B786-FF42-4400-A06F-74113E6B8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67B758-9B84-12A9-8471-171C1F70E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0EA99D2-49B7-19C0-B9E8-04213F45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4890CB-D17F-0DD6-F690-FCD29E16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FCECD-E79E-0AC6-165A-2F4243C68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4816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4C1B79-B466-466D-CE1F-57E986734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D45D71-8F5A-8D99-E179-811485E55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DC3145-C9F5-0DD4-92EB-46333833A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8D079C-5116-07F2-D13B-00812BCA6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9D777F-2E4A-6CD8-ED77-7092E430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310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C362CC-50C5-38DB-96A4-AE447D0B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6D5DE7-6F81-7BAA-184B-979E06654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9809CC-F78E-C412-E05C-8D665A5A5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9E2DC48-D154-923F-7706-32BD8954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B3257D-94B0-50D5-7C38-8BB61B9FD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58A9EA-2546-F2D2-4FBE-F27CE25A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024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B62B9-8A3D-0A8A-FDE8-088A4EC3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F9D827-5676-D205-412E-B3BE988F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C8FFE2-F22C-010A-598B-7B11FFFF4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AB8C9D4-8A3D-09C8-404B-88FAB3029B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2C04FD7-83C8-AADF-BF15-C77A9C0FF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9E97616-F5CC-34C0-F43B-8F45016E0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0A14F0C-0F12-B886-28D5-4361B669F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6466B7F-716B-E904-8EDA-40B7168F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2550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0A7BEF-2684-D0D3-B5A1-4AED3E3D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B1DF1B3-C3E2-6A00-D661-C317F927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92AC3D1-D87F-EE4E-E3CC-57D8C6DC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31C3F10-BB8F-6EC9-C6D2-5D9A32F0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954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5EF232-952B-7284-4A33-1D099514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8EBC9D5-6DB3-3ABD-D7B1-8C068A6EB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744CDC-EA99-E245-16B6-20C7295C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7200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3A18AC-968A-2A16-6B13-36CAC6400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23E903-BDAA-0F76-4C6A-8E53D3522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B77C29B-7F3E-C653-211F-D8F8067576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1BAD93F-11FE-DECA-176D-B299C63C4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26595B1-2BB7-B874-B1A9-1FDAB6D42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1B714B-DB1F-9C73-83DD-87ED7874A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57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E4569F-DDED-EDC8-0C25-FDDFC1747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1171053-E67F-C557-31E8-641EE610DD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2275DBC-BDBA-4CC5-7331-3A1C7F527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D443708-53E6-92FD-F182-2C48D0446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84B2A8-32BC-8DC4-E425-25E5BEA23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2B1691B-A1A0-81B7-4CD0-00AE37129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5186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BC726D-4357-D826-9518-E9899EEA6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7B8CC25-FED2-BF54-A320-2D74E8B73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78BA70-EAE5-86C3-7313-9113AECE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C5E2F-1E63-65AE-F35B-08A1E05E0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D821DE3-5C9C-D78A-37F2-B060319CA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0897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514541D-03D3-4DD6-8D68-705FC817E7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76A0A4E-3FDC-17E7-46E3-36D53C1BE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8493D0-0E92-645C-1C8E-1D775B882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61342A-B7AD-9DA0-4A70-D3F48E445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3061F6-76DF-634D-04F6-AC98D0A5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7776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29A7ADB-1EB5-7EFE-CBD5-C7ED7344C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0B875B9-B09F-720B-8552-18ED9F660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EF8E1-4E7A-538D-9947-A78E83B1A6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62B07E-1727-493A-B691-90C2B7B7E3B1}" type="datetimeFigureOut">
              <a:rPr lang="de-DE" smtClean="0"/>
              <a:t>30.08.2026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357DDA-4E12-A2D0-5E9A-B6CBBB6255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0BE0DC-43B1-8059-1ED8-AFE6EB56F0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BD5B6-FF0D-4A7D-A231-6DF21D9D4D1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651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Bildplatzhalter 4" descr="Nahaufnahme eines grünen Felds">
            <a:extLst>
              <a:ext uri="{FF2B5EF4-FFF2-40B4-BE49-F238E27FC236}">
                <a16:creationId xmlns:a16="http://schemas.microsoft.com/office/drawing/2014/main" id="{13DC6512-C3E2-7A5A-CF90-ED4674098A8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11515"/>
          <a:stretch/>
        </p:blipFill>
        <p:spPr>
          <a:xfrm>
            <a:off x="-1" y="1"/>
            <a:ext cx="12192000" cy="60682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0" name="Grafik 9" descr="Ein Bild, das Grafiken, Grafikdesign, Logo, Symbol enthält.&#10;&#10;Automatisch generierte Beschreibung">
            <a:extLst>
              <a:ext uri="{FF2B5EF4-FFF2-40B4-BE49-F238E27FC236}">
                <a16:creationId xmlns:a16="http://schemas.microsoft.com/office/drawing/2014/main" id="{79524DA4-3AF6-593B-8923-65B848535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3693" y="-283987"/>
            <a:ext cx="2086289" cy="2026152"/>
          </a:xfrm>
          <a:prstGeom prst="rect">
            <a:avLst/>
          </a:prstGeom>
        </p:spPr>
      </p:pic>
      <p:sp>
        <p:nvSpPr>
          <p:cNvPr id="18" name="Textfeld 17">
            <a:extLst>
              <a:ext uri="{FF2B5EF4-FFF2-40B4-BE49-F238E27FC236}">
                <a16:creationId xmlns:a16="http://schemas.microsoft.com/office/drawing/2014/main" id="{0E3B9E35-CE80-E2E7-CAD2-C3742490F8F9}"/>
              </a:ext>
            </a:extLst>
          </p:cNvPr>
          <p:cNvSpPr txBox="1"/>
          <p:nvPr/>
        </p:nvSpPr>
        <p:spPr>
          <a:xfrm>
            <a:off x="774087" y="257674"/>
            <a:ext cx="2585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b="1" dirty="0"/>
              <a:t>Aditya Jayadas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7777D031-38FA-E014-B10D-FDEB8015A18A}"/>
              </a:ext>
            </a:extLst>
          </p:cNvPr>
          <p:cNvSpPr txBox="1"/>
          <p:nvPr/>
        </p:nvSpPr>
        <p:spPr>
          <a:xfrm>
            <a:off x="774088" y="953666"/>
            <a:ext cx="4769160" cy="423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University: </a:t>
            </a:r>
            <a:r>
              <a:rPr lang="en-US" dirty="0"/>
              <a:t>Oklahoma State University</a:t>
            </a:r>
          </a:p>
          <a:p>
            <a:pPr>
              <a:spcAft>
                <a:spcPts val="600"/>
              </a:spcAft>
            </a:pPr>
            <a:r>
              <a:rPr lang="en-US" b="1" dirty="0"/>
              <a:t>Study program: </a:t>
            </a:r>
            <a:r>
              <a:rPr lang="en-US" dirty="0"/>
              <a:t>Design &amp; Merchandising</a:t>
            </a:r>
          </a:p>
          <a:p>
            <a:pPr>
              <a:spcAft>
                <a:spcPts val="600"/>
              </a:spcAft>
            </a:pPr>
            <a:r>
              <a:rPr lang="en-US" b="1" dirty="0"/>
              <a:t>Years of study: </a:t>
            </a:r>
            <a:r>
              <a:rPr lang="en-US" dirty="0"/>
              <a:t>12</a:t>
            </a:r>
          </a:p>
          <a:p>
            <a:pPr>
              <a:spcAft>
                <a:spcPts val="600"/>
              </a:spcAft>
            </a:pPr>
            <a:r>
              <a:rPr lang="en-US" b="1" dirty="0"/>
              <a:t>City: </a:t>
            </a:r>
            <a:r>
              <a:rPr lang="en-US" dirty="0"/>
              <a:t>Stillwater, OK, USA</a:t>
            </a:r>
          </a:p>
          <a:p>
            <a:pPr>
              <a:spcAft>
                <a:spcPts val="600"/>
              </a:spcAft>
            </a:pPr>
            <a:r>
              <a:rPr lang="en-US" b="1" dirty="0"/>
              <a:t>Motto for life: </a:t>
            </a:r>
            <a:r>
              <a:rPr lang="en-US" dirty="0"/>
              <a:t>Live with intention, create with passion, share and smile, cherish the journey, and embrace the quiet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pPr algn="r">
              <a:spcAft>
                <a:spcPts val="600"/>
              </a:spcAft>
            </a:pPr>
            <a:r>
              <a:rPr lang="en-US" dirty="0"/>
              <a:t>~A Human on Mother Earth</a:t>
            </a:r>
          </a:p>
          <a:p>
            <a:pPr>
              <a:spcAft>
                <a:spcPts val="600"/>
              </a:spcAft>
            </a:pPr>
            <a:r>
              <a:rPr lang="en-US" b="1" dirty="0"/>
              <a:t>Hobbies: </a:t>
            </a:r>
            <a:r>
              <a:rPr lang="en-US" dirty="0"/>
              <a:t>Football &amp; basketball, being in nature, watching the sky, travel, cooking &amp; photography</a:t>
            </a:r>
          </a:p>
          <a:p>
            <a:pPr>
              <a:spcAft>
                <a:spcPts val="600"/>
              </a:spcAft>
            </a:pPr>
            <a:r>
              <a:rPr lang="en-US" b="1" dirty="0"/>
              <a:t>Your expectations from the summer school: </a:t>
            </a:r>
            <a:r>
              <a:rPr lang="en-US" dirty="0"/>
              <a:t>Share and learn from and with others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b="1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A7A05740-7CA4-A404-3450-EE0DB23553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" t="8635" r="5588" b="10077"/>
          <a:stretch/>
        </p:blipFill>
        <p:spPr>
          <a:xfrm>
            <a:off x="5543551" y="464107"/>
            <a:ext cx="3448191" cy="19526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5" name="Ellipse 24">
            <a:extLst>
              <a:ext uri="{FF2B5EF4-FFF2-40B4-BE49-F238E27FC236}">
                <a16:creationId xmlns:a16="http://schemas.microsoft.com/office/drawing/2014/main" id="{2DC0754F-2B8B-27DB-0FC8-E188E06005FC}"/>
              </a:ext>
            </a:extLst>
          </p:cNvPr>
          <p:cNvSpPr/>
          <p:nvPr/>
        </p:nvSpPr>
        <p:spPr>
          <a:xfrm>
            <a:off x="7157546" y="1556269"/>
            <a:ext cx="72000" cy="72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E259DA8-0C64-9AC7-5A82-66FD43EE7244}"/>
              </a:ext>
            </a:extLst>
          </p:cNvPr>
          <p:cNvSpPr txBox="1"/>
          <p:nvPr/>
        </p:nvSpPr>
        <p:spPr>
          <a:xfrm>
            <a:off x="6710893" y="2508692"/>
            <a:ext cx="1052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Location</a:t>
            </a:r>
          </a:p>
        </p:txBody>
      </p:sp>
      <p:pic>
        <p:nvPicPr>
          <p:cNvPr id="3" name="Picture 3" descr="College of Education &amp; Human Sciences - Events">
            <a:extLst>
              <a:ext uri="{FF2B5EF4-FFF2-40B4-BE49-F238E27FC236}">
                <a16:creationId xmlns:a16="http://schemas.microsoft.com/office/drawing/2014/main" id="{786B05FF-4ACD-045A-00F2-58A204A9D3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43" r="59464" b="21786"/>
          <a:stretch/>
        </p:blipFill>
        <p:spPr bwMode="auto">
          <a:xfrm>
            <a:off x="6710893" y="1601794"/>
            <a:ext cx="266173" cy="155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in a suit and tie&#10;&#10;Description automatically generated">
            <a:extLst>
              <a:ext uri="{FF2B5EF4-FFF2-40B4-BE49-F238E27FC236}">
                <a16:creationId xmlns:a16="http://schemas.microsoft.com/office/drawing/2014/main" id="{BDFE74EB-FD2F-3106-58F7-6A12525AB1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890" y="2841238"/>
            <a:ext cx="2208805" cy="22088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7DC359-414F-726B-EE90-02A315C84E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8" y="6068291"/>
            <a:ext cx="3105150" cy="7797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1784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91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Kauffeld</dc:creator>
  <cp:lastModifiedBy>Aditya Jayadas</cp:lastModifiedBy>
  <cp:revision>13</cp:revision>
  <dcterms:created xsi:type="dcterms:W3CDTF">2024-07-25T14:37:25Z</dcterms:created>
  <dcterms:modified xsi:type="dcterms:W3CDTF">2026-08-31T01:21:12Z</dcterms:modified>
</cp:coreProperties>
</file>