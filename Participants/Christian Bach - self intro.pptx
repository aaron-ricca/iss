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722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91" d="100"/>
          <a:sy n="91" d="100"/>
        </p:scale>
        <p:origin x="645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A4DE88-BC25-5223-9366-3117A642CB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CB2B86B-ADAB-19A4-9057-4B319BAB98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164F19E-F05C-800D-4350-92DD7F158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2B07E-1727-493A-B691-90C2B7B7E3B1}" type="datetimeFigureOut">
              <a:rPr lang="de-DE" smtClean="0"/>
              <a:t>30.08.2026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1531308-BC06-19D6-CB98-1D6F78651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1327427-A2A4-2523-41F5-7AD0F09F1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BD5B6-FF0D-4A7D-A231-6DF21D9D4D1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99490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67B786-FF42-4400-A06F-74113E6B8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E67B758-9B84-12A9-8471-171C1F70E2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0EA99D2-49B7-19C0-B9E8-04213F45B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2B07E-1727-493A-B691-90C2B7B7E3B1}" type="datetimeFigureOut">
              <a:rPr lang="de-DE" smtClean="0"/>
              <a:t>30.08.2026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74890CB-D17F-0DD6-F690-FCD29E164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27FCECD-E79E-0AC6-165A-2F4243C68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BD5B6-FF0D-4A7D-A231-6DF21D9D4D1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24816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4C1B79-B466-466D-CE1F-57E986734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ED45D71-8F5A-8D99-E179-811485E558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2DC3145-C9F5-0DD4-92EB-46333833A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2B07E-1727-493A-B691-90C2B7B7E3B1}" type="datetimeFigureOut">
              <a:rPr lang="de-DE" smtClean="0"/>
              <a:t>30.08.2026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98D079C-5116-07F2-D13B-00812BCA6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49D777F-2E4A-6CD8-ED77-7092E4308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BD5B6-FF0D-4A7D-A231-6DF21D9D4D1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43108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C362CC-50C5-38DB-96A4-AE447D0B7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06D5DE7-6F81-7BAA-184B-979E06654D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C9809CC-F78E-C412-E05C-8D665A5A52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9E2DC48-D154-923F-7706-32BD8954C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2B07E-1727-493A-B691-90C2B7B7E3B1}" type="datetimeFigureOut">
              <a:rPr lang="de-DE" smtClean="0"/>
              <a:t>30.08.2026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8B3257D-94B0-50D5-7C38-8BB61B9FD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858A9EA-2546-F2D2-4FBE-F27CE25AB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BD5B6-FF0D-4A7D-A231-6DF21D9D4D1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70249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5B62B9-8A3D-0A8A-FDE8-088A4EC33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2F9D827-5676-D205-412E-B3BE988FDB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2C8FFE2-F22C-010A-598B-7B11FFFF42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AB8C9D4-8A3D-09C8-404B-88FAB3029B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22C04FD7-83C8-AADF-BF15-C77A9C0FFF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9E97616-F5CC-34C0-F43B-8F45016E0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2B07E-1727-493A-B691-90C2B7B7E3B1}" type="datetimeFigureOut">
              <a:rPr lang="de-DE" smtClean="0"/>
              <a:t>30.08.2026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0A14F0C-0F12-B886-28D5-4361B669F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56466B7F-716B-E904-8EDA-40B7168F7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BD5B6-FF0D-4A7D-A231-6DF21D9D4D1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025506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40A7BEF-2684-D0D3-B5A1-4AED3E3D7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B1DF1B3-C3E2-6A00-D661-C317F927E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2B07E-1727-493A-B691-90C2B7B7E3B1}" type="datetimeFigureOut">
              <a:rPr lang="de-DE" smtClean="0"/>
              <a:t>30.08.2026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92AC3D1-D87F-EE4E-E3CC-57D8C6DCC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31C3F10-BB8F-6EC9-C6D2-5D9A32F03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BD5B6-FF0D-4A7D-A231-6DF21D9D4D1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38954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75EF232-952B-7284-4A33-1D0995143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2B07E-1727-493A-B691-90C2B7B7E3B1}" type="datetimeFigureOut">
              <a:rPr lang="de-DE" smtClean="0"/>
              <a:t>30.08.2026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8EBC9D5-6DB3-3ABD-D7B1-8C068A6EB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B744CDC-EA99-E245-16B6-20C7295C8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BD5B6-FF0D-4A7D-A231-6DF21D9D4D1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072002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3A18AC-968A-2A16-6B13-36CAC6400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423E903-BDAA-0F76-4C6A-8E53D3522E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B77C29B-7F3E-C653-211F-D8F8067576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1BAD93F-11FE-DECA-176D-B299C63C4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2B07E-1727-493A-B691-90C2B7B7E3B1}" type="datetimeFigureOut">
              <a:rPr lang="de-DE" smtClean="0"/>
              <a:t>30.08.2026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26595B1-2BB7-B874-B1A9-1FDAB6D42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F1B714B-DB1F-9C73-83DD-87ED7874A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BD5B6-FF0D-4A7D-A231-6DF21D9D4D1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41577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E4569F-DDED-EDC8-0C25-FDDFC1747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91171053-E67F-C557-31E8-641EE610DD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2275DBC-BDBA-4CC5-7331-3A1C7F527B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D443708-53E6-92FD-F182-2C48D0446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2B07E-1727-493A-B691-90C2B7B7E3B1}" type="datetimeFigureOut">
              <a:rPr lang="de-DE" smtClean="0"/>
              <a:t>30.08.2026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384B2A8-32BC-8DC4-E425-25E5BEA23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2B1691B-A1A0-81B7-4CD0-00AE37129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BD5B6-FF0D-4A7D-A231-6DF21D9D4D1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451867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BC726D-4357-D826-9518-E9899EEA6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7B8CC25-FED2-BF54-A320-2D74E8B736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C78BA70-EAE5-86C3-7313-9113AECE9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2B07E-1727-493A-B691-90C2B7B7E3B1}" type="datetimeFigureOut">
              <a:rPr lang="de-DE" smtClean="0"/>
              <a:t>30.08.2026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B1C5E2F-1E63-65AE-F35B-08A1E05E0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D821DE3-5C9C-D78A-37F2-B060319CA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BD5B6-FF0D-4A7D-A231-6DF21D9D4D1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008976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5514541D-03D3-4DD6-8D68-705FC817E7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76A0A4E-3FDC-17E7-46E3-36D53C1BE0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08493D0-0E92-645C-1C8E-1D775B882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2B07E-1727-493A-B691-90C2B7B7E3B1}" type="datetimeFigureOut">
              <a:rPr lang="de-DE" smtClean="0"/>
              <a:t>30.08.2026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D61342A-B7AD-9DA0-4A70-D3F48E445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13061F6-76DF-634D-04F6-AC98D0A52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BD5B6-FF0D-4A7D-A231-6DF21D9D4D1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77768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C29A7ADB-1EB5-7EFE-CBD5-C7ED7344C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0B875B9-B09F-720B-8552-18ED9F6606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88EF8E1-4E7A-538D-9947-A78E83B1A6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62B07E-1727-493A-B691-90C2B7B7E3B1}" type="datetimeFigureOut">
              <a:rPr lang="de-DE" smtClean="0"/>
              <a:t>30.08.2026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9357DDA-4E12-A2D0-5E9A-B6CBBB6255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B0BE0DC-43B1-8059-1ED8-AFE6EB56F0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ABD5B6-FF0D-4A7D-A231-6DF21D9D4D1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6514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B089790-F4B6-46A7-BB28-7B74A9A9EF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Bildplatzhalter 4" descr="Nahaufnahme eines grünen Felds">
            <a:extLst>
              <a:ext uri="{FF2B5EF4-FFF2-40B4-BE49-F238E27FC236}">
                <a16:creationId xmlns:a16="http://schemas.microsoft.com/office/drawing/2014/main" id="{13DC6512-C3E2-7A5A-CF90-ED4674098A8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t="11515"/>
          <a:stretch/>
        </p:blipFill>
        <p:spPr>
          <a:xfrm>
            <a:off x="-1" y="1"/>
            <a:ext cx="12192000" cy="6068290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9DE3F54D-33BC-4382-A2AB-5E002F0F1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5029199"/>
            <a:ext cx="12228128" cy="1828800"/>
            <a:chOff x="-305" y="2987478"/>
            <a:chExt cx="12188952" cy="18288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798451A-4EC8-4869-8DFB-BCE4E00BE5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2987478"/>
              <a:ext cx="12188952" cy="1099712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0ECD12F-47FF-48FE-A827-069775A8AD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99381"/>
              <a:ext cx="12188952" cy="902694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8928757-970C-4B99-9F9C-0C07E4A945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01488"/>
              <a:ext cx="12188952" cy="641669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 useBgFill="1">
          <p:nvSpPr>
            <p:cNvPr id="15" name="Freeform: Shape 14">
              <a:extLst>
                <a:ext uri="{FF2B5EF4-FFF2-40B4-BE49-F238E27FC236}">
                  <a16:creationId xmlns:a16="http://schemas.microsoft.com/office/drawing/2014/main" id="{1213505B-6136-49EC-951C-1FDA2A6C5B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14750"/>
              <a:ext cx="12188952" cy="1201528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pic>
        <p:nvPicPr>
          <p:cNvPr id="10" name="Grafik 9" descr="Ein Bild, das Grafiken, Grafikdesign, Logo, Symbol enthält.&#10;&#10;Automatisch generierte Beschreibung">
            <a:extLst>
              <a:ext uri="{FF2B5EF4-FFF2-40B4-BE49-F238E27FC236}">
                <a16:creationId xmlns:a16="http://schemas.microsoft.com/office/drawing/2014/main" id="{79524DA4-3AF6-593B-8923-65B8485354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3693" y="-283987"/>
            <a:ext cx="2086289" cy="2026152"/>
          </a:xfrm>
          <a:prstGeom prst="rect">
            <a:avLst/>
          </a:prstGeom>
        </p:spPr>
      </p:pic>
      <p:sp>
        <p:nvSpPr>
          <p:cNvPr id="18" name="Textfeld 17">
            <a:extLst>
              <a:ext uri="{FF2B5EF4-FFF2-40B4-BE49-F238E27FC236}">
                <a16:creationId xmlns:a16="http://schemas.microsoft.com/office/drawing/2014/main" id="{0E3B9E35-CE80-E2E7-CAD2-C3742490F8F9}"/>
              </a:ext>
            </a:extLst>
          </p:cNvPr>
          <p:cNvSpPr txBox="1"/>
          <p:nvPr/>
        </p:nvSpPr>
        <p:spPr>
          <a:xfrm>
            <a:off x="774087" y="257674"/>
            <a:ext cx="29965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b="1" dirty="0"/>
              <a:t>Christian K. Bach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7777D031-38FA-E014-B10D-FDEB8015A18A}"/>
              </a:ext>
            </a:extLst>
          </p:cNvPr>
          <p:cNvSpPr txBox="1"/>
          <p:nvPr/>
        </p:nvSpPr>
        <p:spPr>
          <a:xfrm>
            <a:off x="774088" y="953666"/>
            <a:ext cx="4769160" cy="3877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b="1" dirty="0"/>
              <a:t>University: </a:t>
            </a:r>
            <a:r>
              <a:rPr lang="en-US" dirty="0"/>
              <a:t>Oklahoma State University</a:t>
            </a:r>
          </a:p>
          <a:p>
            <a:pPr>
              <a:spcAft>
                <a:spcPts val="600"/>
              </a:spcAft>
            </a:pPr>
            <a:r>
              <a:rPr lang="en-US" b="1" dirty="0"/>
              <a:t>Study program: </a:t>
            </a:r>
            <a:r>
              <a:rPr lang="en-US" dirty="0"/>
              <a:t>Mechanical and Aerospace Engineering</a:t>
            </a:r>
          </a:p>
          <a:p>
            <a:pPr>
              <a:spcAft>
                <a:spcPts val="600"/>
              </a:spcAft>
            </a:pPr>
            <a:r>
              <a:rPr lang="en-US" b="1" dirty="0"/>
              <a:t>Year of study: </a:t>
            </a:r>
            <a:r>
              <a:rPr lang="en-US" dirty="0"/>
              <a:t>20+, still learning! </a:t>
            </a:r>
          </a:p>
          <a:p>
            <a:pPr>
              <a:spcAft>
                <a:spcPts val="600"/>
              </a:spcAft>
            </a:pPr>
            <a:r>
              <a:rPr lang="en-US" b="1" dirty="0"/>
              <a:t>City: </a:t>
            </a:r>
            <a:r>
              <a:rPr lang="en-US" dirty="0"/>
              <a:t>Stillwater, Oklahoma, USA</a:t>
            </a:r>
          </a:p>
          <a:p>
            <a:pPr>
              <a:spcAft>
                <a:spcPts val="600"/>
              </a:spcAft>
            </a:pPr>
            <a:r>
              <a:rPr lang="en-US" b="1" dirty="0"/>
              <a:t>Motto for life: </a:t>
            </a:r>
            <a:r>
              <a:rPr lang="en-US" dirty="0"/>
              <a:t>Try to take care of this place for future generations. </a:t>
            </a:r>
          </a:p>
          <a:p>
            <a:pPr>
              <a:spcAft>
                <a:spcPts val="600"/>
              </a:spcAft>
            </a:pPr>
            <a:r>
              <a:rPr lang="en-US" b="1" dirty="0"/>
              <a:t>Hobbies: </a:t>
            </a:r>
            <a:r>
              <a:rPr lang="en-US" dirty="0"/>
              <a:t>3+ year old kid, Stihl/Echo power toys, planting trees, fishing, …</a:t>
            </a:r>
          </a:p>
          <a:p>
            <a:pPr>
              <a:spcAft>
                <a:spcPts val="600"/>
              </a:spcAft>
            </a:pPr>
            <a:r>
              <a:rPr lang="en-US" b="1" dirty="0"/>
              <a:t>Your expectations for the summer school: </a:t>
            </a:r>
            <a:r>
              <a:rPr lang="en-US" dirty="0"/>
              <a:t>Provide a new perspective to some of you and be exposed to your perspectives!</a:t>
            </a:r>
            <a:endParaRPr lang="en-US" b="1" dirty="0"/>
          </a:p>
        </p:txBody>
      </p:sp>
      <p:pic>
        <p:nvPicPr>
          <p:cNvPr id="23" name="Grafik 22">
            <a:extLst>
              <a:ext uri="{FF2B5EF4-FFF2-40B4-BE49-F238E27FC236}">
                <a16:creationId xmlns:a16="http://schemas.microsoft.com/office/drawing/2014/main" id="{A7A05740-7CA4-A404-3450-EE0DB235537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18" t="8635" r="5588" b="10077"/>
          <a:stretch/>
        </p:blipFill>
        <p:spPr>
          <a:xfrm>
            <a:off x="5543551" y="464107"/>
            <a:ext cx="3448191" cy="195262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25" name="Ellipse 24">
            <a:extLst>
              <a:ext uri="{FF2B5EF4-FFF2-40B4-BE49-F238E27FC236}">
                <a16:creationId xmlns:a16="http://schemas.microsoft.com/office/drawing/2014/main" id="{2DC0754F-2B8B-27DB-0FC8-E188E06005FC}"/>
              </a:ext>
            </a:extLst>
          </p:cNvPr>
          <p:cNvSpPr/>
          <p:nvPr/>
        </p:nvSpPr>
        <p:spPr>
          <a:xfrm>
            <a:off x="7157546" y="1556269"/>
            <a:ext cx="72000" cy="7200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0E259DA8-0C64-9AC7-5A82-66FD43EE7244}"/>
              </a:ext>
            </a:extLst>
          </p:cNvPr>
          <p:cNvSpPr txBox="1"/>
          <p:nvPr/>
        </p:nvSpPr>
        <p:spPr>
          <a:xfrm>
            <a:off x="6710893" y="2508692"/>
            <a:ext cx="10522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Location</a:t>
            </a:r>
          </a:p>
        </p:txBody>
      </p:sp>
      <p:pic>
        <p:nvPicPr>
          <p:cNvPr id="3" name="Picture 3" descr="College of Education &amp; Human Sciences - Events">
            <a:extLst>
              <a:ext uri="{FF2B5EF4-FFF2-40B4-BE49-F238E27FC236}">
                <a16:creationId xmlns:a16="http://schemas.microsoft.com/office/drawing/2014/main" id="{786B05FF-4ACD-045A-00F2-58A204A9D3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943" r="59464" b="21786"/>
          <a:stretch/>
        </p:blipFill>
        <p:spPr bwMode="auto">
          <a:xfrm>
            <a:off x="6710893" y="1601794"/>
            <a:ext cx="266173" cy="155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579AED3-6985-3875-D615-AA16A09567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0340" y="1438270"/>
            <a:ext cx="2647789" cy="332039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pic>
        <p:nvPicPr>
          <p:cNvPr id="1028" name="Picture 4" descr="Logos and Templates | Oklahoma State University">
            <a:extLst>
              <a:ext uri="{FF2B5EF4-FFF2-40B4-BE49-F238E27FC236}">
                <a16:creationId xmlns:a16="http://schemas.microsoft.com/office/drawing/2014/main" id="{7C8308F5-ABEB-CE94-8022-ED4B75CC37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14" y="5875291"/>
            <a:ext cx="3934536" cy="1180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EB7E5F2E-9320-468D-772A-2B256D70FB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2422" y="5946694"/>
            <a:ext cx="3158454" cy="729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DAD1F85-9497-4CE3-2CD9-4707C09A998F}"/>
              </a:ext>
            </a:extLst>
          </p:cNvPr>
          <p:cNvSpPr txBox="1"/>
          <p:nvPr/>
        </p:nvSpPr>
        <p:spPr>
          <a:xfrm>
            <a:off x="9244049" y="6498123"/>
            <a:ext cx="297542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Alumnus Dipl.-Ing. (FH) 2008</a:t>
            </a:r>
          </a:p>
        </p:txBody>
      </p:sp>
    </p:spTree>
    <p:extLst>
      <p:ext uri="{BB962C8B-B14F-4D97-AF65-F5344CB8AC3E}">
        <p14:creationId xmlns:p14="http://schemas.microsoft.com/office/powerpoint/2010/main" val="32917849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99</Words>
  <Application>Microsoft Office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Kauffeld</dc:creator>
  <cp:lastModifiedBy>Bach, Christian</cp:lastModifiedBy>
  <cp:revision>7</cp:revision>
  <dcterms:created xsi:type="dcterms:W3CDTF">2024-07-25T14:37:25Z</dcterms:created>
  <dcterms:modified xsi:type="dcterms:W3CDTF">2026-08-30T23:21:20Z</dcterms:modified>
</cp:coreProperties>
</file>