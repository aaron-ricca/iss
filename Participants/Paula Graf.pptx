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1"/>
  </p:normalViewPr>
  <p:slideViewPr>
    <p:cSldViewPr snapToGrid="0">
      <p:cViewPr>
        <p:scale>
          <a:sx n="104" d="100"/>
          <a:sy n="104" d="100"/>
        </p:scale>
        <p:origin x="800" y="1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Graf" userId="f2fbba1b-79b9-4bac-be78-545b701fedef" providerId="ADAL" clId="{549BA362-424A-5941-A4AC-8B4B116B76C3}"/>
    <pc:docChg chg="modSld">
      <pc:chgData name="Paula Graf" userId="f2fbba1b-79b9-4bac-be78-545b701fedef" providerId="ADAL" clId="{549BA362-424A-5941-A4AC-8B4B116B76C3}" dt="2026-08-27T14:47:29.566" v="70" actId="207"/>
      <pc:docMkLst>
        <pc:docMk/>
      </pc:docMkLst>
      <pc:sldChg chg="modSp mod">
        <pc:chgData name="Paula Graf" userId="f2fbba1b-79b9-4bac-be78-545b701fedef" providerId="ADAL" clId="{549BA362-424A-5941-A4AC-8B4B116B76C3}" dt="2026-08-27T14:47:29.566" v="70" actId="207"/>
        <pc:sldMkLst>
          <pc:docMk/>
          <pc:sldMk cId="0" sldId="256"/>
        </pc:sldMkLst>
        <pc:spChg chg="mod">
          <ac:chgData name="Paula Graf" userId="f2fbba1b-79b9-4bac-be78-545b701fedef" providerId="ADAL" clId="{549BA362-424A-5941-A4AC-8B4B116B76C3}" dt="2026-08-27T14:47:29.566" v="70" actId="207"/>
          <ac:spMkLst>
            <pc:docMk/>
            <pc:sldMk cId="0" sldId="256"/>
            <ac:spMk id="22" creationId="{00000000-0000-0000-0000-000000000000}"/>
          </ac:spMkLst>
        </pc:spChg>
        <pc:picChg chg="mod">
          <ac:chgData name="Paula Graf" userId="f2fbba1b-79b9-4bac-be78-545b701fedef" providerId="ADAL" clId="{549BA362-424A-5941-A4AC-8B4B116B76C3}" dt="2026-08-27T09:30:06.176" v="67" actId="1076"/>
          <ac:picMkLst>
            <pc:docMk/>
            <pc:sldMk cId="0" sldId="256"/>
            <ac:picMk id="3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C69C5D-2231-51E0-5F49-2C5ADC72C80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jpe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1898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lv-LV" sz="2800" b="1" dirty="0"/>
              <a:t>Paula Graf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92796"/>
            <a:ext cx="5391061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de-CH" dirty="0"/>
              <a:t>Eastern </a:t>
            </a:r>
            <a:r>
              <a:rPr lang="de-CH" dirty="0" err="1"/>
              <a:t>Switzerland</a:t>
            </a:r>
            <a:r>
              <a:rPr lang="de-CH" dirty="0"/>
              <a:t>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 err="1"/>
              <a:t>Physiotherapy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lv-LV" dirty="0"/>
              <a:t>3rd </a:t>
            </a:r>
            <a:r>
              <a:rPr lang="en-US" dirty="0"/>
              <a:t>semester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de-CH" dirty="0"/>
              <a:t>St. Gallen, </a:t>
            </a:r>
            <a:r>
              <a:rPr lang="de-CH" dirty="0" err="1"/>
              <a:t>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/>
              <a:t>the world is a stage. So keep writing your own script. 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reading, cooking, baking, be creative, photography, different sport activities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de-CH" dirty="0"/>
              <a:t>I </a:t>
            </a:r>
            <a:r>
              <a:rPr lang="de-CH" dirty="0" err="1"/>
              <a:t>want</a:t>
            </a:r>
            <a:r>
              <a:rPr lang="de-CH" dirty="0"/>
              <a:t> to </a:t>
            </a:r>
            <a:r>
              <a:rPr lang="de-CH" dirty="0" err="1"/>
              <a:t>learn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 different </a:t>
            </a:r>
            <a:r>
              <a:rPr lang="de-CH" dirty="0" err="1"/>
              <a:t>aspects</a:t>
            </a:r>
            <a:r>
              <a:rPr lang="de-CH" dirty="0"/>
              <a:t> of </a:t>
            </a:r>
            <a:r>
              <a:rPr lang="de-CH" dirty="0" err="1"/>
              <a:t>sustainability</a:t>
            </a:r>
            <a:r>
              <a:rPr lang="de-CH" dirty="0"/>
              <a:t> and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apply</a:t>
            </a:r>
            <a:r>
              <a:rPr lang="de-CH" dirty="0"/>
              <a:t> </a:t>
            </a:r>
            <a:r>
              <a:rPr lang="de-CH" dirty="0" err="1"/>
              <a:t>them</a:t>
            </a:r>
            <a:r>
              <a:rPr lang="de-CH" dirty="0"/>
              <a:t> to </a:t>
            </a:r>
            <a:r>
              <a:rPr lang="de-CH" dirty="0" err="1"/>
              <a:t>our</a:t>
            </a:r>
            <a:r>
              <a:rPr lang="de-CH" dirty="0"/>
              <a:t> </a:t>
            </a:r>
            <a:r>
              <a:rPr lang="de-CH" dirty="0" err="1"/>
              <a:t>lives</a:t>
            </a:r>
            <a:r>
              <a:rPr lang="de-CH" dirty="0"/>
              <a:t>. </a:t>
            </a:r>
            <a:endParaRPr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500503" y="2528979"/>
            <a:ext cx="2483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CH" dirty="0"/>
              <a:t>The </a:t>
            </a:r>
            <a:r>
              <a:rPr lang="de-CH" dirty="0" err="1"/>
              <a:t>city</a:t>
            </a:r>
            <a:r>
              <a:rPr lang="de-CH" dirty="0"/>
              <a:t> </a:t>
            </a:r>
            <a:r>
              <a:rPr lang="de-CH" dirty="0" err="1"/>
              <a:t>where</a:t>
            </a:r>
            <a:r>
              <a:rPr lang="de-CH" dirty="0"/>
              <a:t> I live and </a:t>
            </a:r>
            <a:r>
              <a:rPr lang="de-CH" dirty="0" err="1"/>
              <a:t>study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67515" y="5241102"/>
            <a:ext cx="1662216" cy="1597031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10" name="Grafik 9" descr="Offizielle Webseite - St.Gallen-Bodensee Tourismus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6611887" y="3334436"/>
            <a:ext cx="2260601" cy="22606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6C2265A-7D05-80C6-8644-3C880849D7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674" y="623517"/>
            <a:ext cx="1981200" cy="1778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622562-C99A-D9C3-DDA6-CC3074514B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9" r="10422"/>
          <a:stretch>
            <a:fillRect/>
          </a:stretch>
        </p:blipFill>
        <p:spPr>
          <a:xfrm>
            <a:off x="9257154" y="1405942"/>
            <a:ext cx="2661260" cy="34811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Macintosh PowerPoint</Application>
  <PresentationFormat>Breitbild</PresentationFormat>
  <Paragraphs>13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Paula Graf</cp:lastModifiedBy>
  <cp:revision>14</cp:revision>
  <dcterms:created xsi:type="dcterms:W3CDTF">2024-07-25T14:37:25Z</dcterms:created>
  <dcterms:modified xsi:type="dcterms:W3CDTF">2026-08-27T14:47:30Z</dcterms:modified>
</cp:coreProperties>
</file>