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D72864"/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BFFD4-8F98-7B6B-E998-29AD0F9D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3AC8A9-B6CD-6913-C715-0179A818B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656A506B-91AC-27EB-8270-2E74DAFDA04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pic>
        <p:nvPicPr>
          <p:cNvPr id="8" name="Grafik 7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7A79233E-642C-C7CE-0AD8-BB9FC3FC4FC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84284" y="938781"/>
            <a:ext cx="2753564" cy="24350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94B2B56-BEEA-53B8-4D44-4A4FAB2A5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220A3A0-5C31-3BE2-8F90-5D75361BF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31DCFE3-11BC-1F51-EF20-04438AAA7A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401B55-60A8-33D6-5B83-605C64D66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55AFE0E1-ADDB-AE87-A6D7-AA8B39706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33EE1679-C93A-4A0C-7E59-FE8C787A2B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1142" y="6149315"/>
            <a:ext cx="2690418" cy="621454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B9AB6E40-9E49-C9D8-E99F-E578BFF66FA4}"/>
              </a:ext>
            </a:extLst>
          </p:cNvPr>
          <p:cNvSpPr txBox="1"/>
          <p:nvPr/>
        </p:nvSpPr>
        <p:spPr>
          <a:xfrm>
            <a:off x="774087" y="257674"/>
            <a:ext cx="4160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Mihaela Dudita-Kauffeld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3B47ED5-6191-5514-37B3-9DDA25BD4231}"/>
              </a:ext>
            </a:extLst>
          </p:cNvPr>
          <p:cNvSpPr txBox="1"/>
          <p:nvPr/>
        </p:nvSpPr>
        <p:spPr>
          <a:xfrm>
            <a:off x="774087" y="953666"/>
            <a:ext cx="5391061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en-US" dirty="0"/>
              <a:t>Eastern Switzerland University of Applied Sciences</a:t>
            </a:r>
          </a:p>
          <a:p>
            <a:pPr>
              <a:spcAft>
                <a:spcPts val="600"/>
              </a:spcAft>
            </a:pPr>
            <a:r>
              <a:rPr lang="en-US" b="1" dirty="0"/>
              <a:t>Study program: </a:t>
            </a:r>
            <a:r>
              <a:rPr lang="en-US" dirty="0"/>
              <a:t>Environmental Engineering</a:t>
            </a:r>
          </a:p>
          <a:p>
            <a:pPr>
              <a:spcAft>
                <a:spcPts val="600"/>
              </a:spcAft>
            </a:pPr>
            <a:r>
              <a:rPr lang="en-US" b="1" dirty="0"/>
              <a:t>Year of study: </a:t>
            </a:r>
            <a:r>
              <a:rPr lang="en-US" dirty="0"/>
              <a:t>24 years / 48 semesters</a:t>
            </a:r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en-US" dirty="0" err="1"/>
              <a:t>Rapperswil</a:t>
            </a:r>
            <a:r>
              <a:rPr lang="en-US" dirty="0"/>
              <a:t>, Switzerland</a:t>
            </a:r>
          </a:p>
          <a:p>
            <a:pPr>
              <a:spcAft>
                <a:spcPts val="600"/>
              </a:spcAft>
            </a:pPr>
            <a:r>
              <a:rPr lang="en-US" b="1" dirty="0"/>
              <a:t>Motto for life: </a:t>
            </a:r>
            <a:r>
              <a:rPr lang="en-US" dirty="0"/>
              <a:t>Don’t worry, be happy</a:t>
            </a:r>
          </a:p>
          <a:p>
            <a:pPr>
              <a:spcAft>
                <a:spcPts val="600"/>
              </a:spcAft>
            </a:pPr>
            <a:r>
              <a:rPr lang="en-US" b="1" dirty="0"/>
              <a:t>Hobbies: </a:t>
            </a:r>
            <a:r>
              <a:rPr lang="en-US" dirty="0"/>
              <a:t>Gardening, biodiversity, sailing, skiing, hiking, bicycling, writing, EU-proposals ;-) </a:t>
            </a:r>
          </a:p>
          <a:p>
            <a:pPr>
              <a:spcAft>
                <a:spcPts val="600"/>
              </a:spcAft>
            </a:pPr>
            <a:r>
              <a:rPr lang="en-US" b="1" dirty="0"/>
              <a:t>Your expectations from the summer school:</a:t>
            </a:r>
          </a:p>
          <a:p>
            <a:pPr>
              <a:spcAft>
                <a:spcPts val="600"/>
              </a:spcAft>
            </a:pPr>
            <a:r>
              <a:rPr lang="en-US" dirty="0"/>
              <a:t>Inspire the next generation to make this world a better place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D876A94-05DB-35D3-9C94-ED32364C9E48}"/>
              </a:ext>
            </a:extLst>
          </p:cNvPr>
          <p:cNvSpPr/>
          <p:nvPr/>
        </p:nvSpPr>
        <p:spPr>
          <a:xfrm>
            <a:off x="7161745" y="2541401"/>
            <a:ext cx="72000" cy="72000"/>
          </a:xfrm>
          <a:prstGeom prst="ellipse">
            <a:avLst/>
          </a:prstGeom>
          <a:solidFill>
            <a:srgbClr val="EAEAEA"/>
          </a:solidFill>
          <a:ln>
            <a:solidFill>
              <a:srgbClr val="D72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DDC11DF-1770-E9B7-FAD1-5FA7E1FF8E1D}"/>
              </a:ext>
            </a:extLst>
          </p:cNvPr>
          <p:cNvSpPr txBox="1"/>
          <p:nvPr/>
        </p:nvSpPr>
        <p:spPr>
          <a:xfrm>
            <a:off x="6174733" y="3450566"/>
            <a:ext cx="2828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Location </a:t>
            </a:r>
            <a:r>
              <a:rPr lang="de-DE" sz="1600" dirty="0" err="1"/>
              <a:t>where</a:t>
            </a:r>
            <a:r>
              <a:rPr lang="de-DE" sz="1600" dirty="0"/>
              <a:t> I live and </a:t>
            </a:r>
            <a:r>
              <a:rPr lang="de-DE" sz="1600" dirty="0" err="1"/>
              <a:t>work</a:t>
            </a:r>
            <a:endParaRPr lang="de-DE" sz="16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76B74C0-4626-C060-680F-A000AAE001B0}"/>
              </a:ext>
            </a:extLst>
          </p:cNvPr>
          <p:cNvSpPr txBox="1"/>
          <p:nvPr/>
        </p:nvSpPr>
        <p:spPr>
          <a:xfrm>
            <a:off x="6745335" y="2470150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rgbClr val="D72864"/>
                </a:solidFill>
              </a:rPr>
              <a:t>OST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6E483A6-4CB1-555B-AE24-5CD0C5E4C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0294" y="6037037"/>
            <a:ext cx="1809750" cy="590550"/>
          </a:xfrm>
          <a:prstGeom prst="rect">
            <a:avLst/>
          </a:prstGeom>
        </p:spPr>
      </p:pic>
      <p:pic>
        <p:nvPicPr>
          <p:cNvPr id="21" name="Grafik 20" descr="Ein Bild, das Bart, Person, Menschliches Gesicht, Kleidung enthält.&#10;&#10;Automatisch generierte Beschreibung">
            <a:extLst>
              <a:ext uri="{FF2B5EF4-FFF2-40B4-BE49-F238E27FC236}">
                <a16:creationId xmlns:a16="http://schemas.microsoft.com/office/drawing/2014/main" id="{F5C29C01-A276-AE1E-FF04-B9C661A8DB8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375750" y="2164715"/>
            <a:ext cx="2618656" cy="27825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Grafik 2" descr="Ein Bild, das Symbol, Grafiken, Schrift, Logo enthält.&#10;&#10;KI-generierte Inhalte können fehlerhaft sein.">
            <a:extLst>
              <a:ext uri="{FF2B5EF4-FFF2-40B4-BE49-F238E27FC236}">
                <a16:creationId xmlns:a16="http://schemas.microsoft.com/office/drawing/2014/main" id="{E89AC3AE-8F58-1497-B166-889DA2D9C2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203" y="5997466"/>
            <a:ext cx="1425203" cy="82911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76DFB43-1458-2895-42B3-B1B22624D4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50693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softEdge rad="63500"/>
          </a:effec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2C25780D-B27C-1F48-F62D-0B59E37BB3E3}"/>
              </a:ext>
            </a:extLst>
          </p:cNvPr>
          <p:cNvSpPr txBox="1"/>
          <p:nvPr/>
        </p:nvSpPr>
        <p:spPr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Karlsruhe</a:t>
            </a:r>
          </a:p>
          <a:p>
            <a:pPr algn="ctr"/>
            <a:r>
              <a:rPr lang="de-DE" sz="1200" dirty="0"/>
              <a:t>31 August to 11 September 2026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5E554ECF-6FDC-FE50-62D4-62AA6748DD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10321294" y="153204"/>
            <a:ext cx="1647887" cy="178527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3010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Breitbild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Michael Kauffeld</cp:lastModifiedBy>
  <cp:revision>9</cp:revision>
  <dcterms:created xsi:type="dcterms:W3CDTF">2024-07-25T14:37:25Z</dcterms:created>
  <dcterms:modified xsi:type="dcterms:W3CDTF">2026-08-20T09:52:20Z</dcterms:modified>
</cp:coreProperties>
</file>