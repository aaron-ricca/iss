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5803CC8-AEC0-87E7-9AD7-FEE99EE890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031607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426" imgH="426" progId="TCLayout.ActiveDocument.1">
                  <p:embed/>
                </p:oleObj>
              </mc:Choice>
              <mc:Fallback>
                <p:oleObj name="think-cell Folie" r:id="rId14" imgW="426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hink-cell data - do not delete" hidden="1">
            <a:extLst>
              <a:ext uri="{FF2B5EF4-FFF2-40B4-BE49-F238E27FC236}">
                <a16:creationId xmlns:a16="http://schemas.microsoft.com/office/drawing/2014/main" id="{71BEEE74-1E55-E37B-630E-A4A0D2F0E0A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6520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6" imgH="426" progId="TCLayout.ActiveDocument.1">
                  <p:embed/>
                </p:oleObj>
              </mc:Choice>
              <mc:Fallback>
                <p:oleObj name="think-cell Folie" r:id="rId3" imgW="426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Wave 1"/>
          <p:cNvSpPr/>
          <p:nvPr/>
        </p:nvSpPr>
        <p:spPr>
          <a:xfrm rot="10800000">
            <a:off x="0" y="5989320"/>
            <a:ext cx="12188952" cy="868680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Wave 2"/>
          <p:cNvSpPr/>
          <p:nvPr/>
        </p:nvSpPr>
        <p:spPr>
          <a:xfrm rot="10800000">
            <a:off x="0" y="5715000"/>
            <a:ext cx="12188952" cy="411480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7818" y="905256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323"/>
                </a:solidFill>
                <a:latin typeface="Aptos Display"/>
              </a:rPr>
              <a:t>Reto Balsiger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7818" y="1636776"/>
            <a:ext cx="46198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University: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Eastern Switzerland University of Applied Sciences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818" y="2029967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Study program: </a:t>
            </a:r>
            <a:r>
              <a:rPr sz="1300" dirty="0">
                <a:solidFill>
                  <a:srgbClr val="1C2323"/>
                </a:solidFill>
                <a:latin typeface="Aptos"/>
              </a:rPr>
              <a:t>BSc Mechanical Engineering |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818" y="2423159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2323"/>
                </a:solidFill>
                <a:latin typeface="Aptos"/>
              </a:rPr>
              <a:t>Year of study: </a:t>
            </a:r>
            <a:r>
              <a:rPr sz="1300">
                <a:solidFill>
                  <a:srgbClr val="1C2323"/>
                </a:solidFill>
                <a:latin typeface="Aptos"/>
              </a:rPr>
              <a:t>2024–2027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818" y="281635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2323"/>
                </a:solidFill>
                <a:latin typeface="Aptos"/>
              </a:rPr>
              <a:t>City: </a:t>
            </a:r>
            <a:r>
              <a:rPr sz="1300">
                <a:solidFill>
                  <a:srgbClr val="1C2323"/>
                </a:solidFill>
                <a:latin typeface="Aptos"/>
              </a:rPr>
              <a:t>Uster, Switzerland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818" y="3209544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2323"/>
                </a:solidFill>
                <a:latin typeface="Aptos"/>
              </a:rPr>
              <a:t>Motto for life: </a:t>
            </a:r>
            <a:r>
              <a:rPr sz="1300">
                <a:solidFill>
                  <a:srgbClr val="1C2323"/>
                </a:solidFill>
                <a:latin typeface="Aptos"/>
              </a:rPr>
              <a:t>Stay curious, work structured, keep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818" y="3602736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2323"/>
                </a:solidFill>
                <a:latin typeface="Aptos"/>
              </a:rPr>
              <a:t>Hobbies: </a:t>
            </a:r>
            <a:r>
              <a:rPr sz="1300">
                <a:solidFill>
                  <a:srgbClr val="1C2323"/>
                </a:solidFill>
                <a:latin typeface="Aptos"/>
              </a:rPr>
              <a:t>Mixed Martial Arts, fitness, skiing, travelling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818" y="4087368"/>
            <a:ext cx="51663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Your expectations from the summer school:</a:t>
            </a:r>
          </a:p>
          <a:p>
            <a:pPr>
              <a:defRPr sz="1300">
                <a:solidFill>
                  <a:srgbClr val="1C2323"/>
                </a:solidFill>
                <a:latin typeface="Aptos"/>
              </a:defRPr>
            </a:pPr>
            <a:r>
              <a:rPr dirty="0"/>
              <a:t>Exchange ideas across disciplines, develop practical solutions and gain new perspectives for innovative engineering.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45578" y="1230436"/>
            <a:ext cx="3784463" cy="3432375"/>
          </a:xfrm>
          <a:prstGeom prst="roundRect">
            <a:avLst/>
          </a:prstGeom>
          <a:solidFill>
            <a:srgbClr val="FFFFFF"/>
          </a:solidFill>
          <a:ln>
            <a:solidFill>
              <a:srgbClr val="D7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288" y="1484182"/>
            <a:ext cx="411480" cy="292608"/>
          </a:xfrm>
          <a:prstGeom prst="rect">
            <a:avLst/>
          </a:prstGeom>
          <a:solidFill>
            <a:srgbClr val="DC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3880" y="1525330"/>
            <a:ext cx="82296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9872" y="1589338"/>
            <a:ext cx="210312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75608" y="4212660"/>
            <a:ext cx="13244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C2323"/>
                </a:solidFill>
                <a:latin typeface="Aptos"/>
              </a:defRPr>
            </a:pPr>
            <a:r>
              <a:rPr dirty="0"/>
              <a:t>Uster</a:t>
            </a:r>
            <a:r>
              <a:rPr lang="de-CH" dirty="0"/>
              <a:t>, </a:t>
            </a:r>
            <a:r>
              <a:rPr dirty="0"/>
              <a:t> Switzerland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362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64646"/>
                </a:solidFill>
                <a:latin typeface="Aptos"/>
              </a:defRPr>
            </a:pPr>
            <a:r>
              <a:t>International Summer School  •  Engineering | Innovation  •  OST – Eastern Switzerland University of Applied Sciences</a:t>
            </a:r>
          </a:p>
        </p:txBody>
      </p:sp>
      <p:pic>
        <p:nvPicPr>
          <p:cNvPr id="32" name="Grafik 31" descr="Datei:Karte Schweiz.png – Wikipedia">
            <a:extLst>
              <a:ext uri="{FF2B5EF4-FFF2-40B4-BE49-F238E27FC236}">
                <a16:creationId xmlns:a16="http://schemas.microsoft.com/office/drawing/2014/main" id="{8C388056-3BB8-9F62-8707-B6B692B30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446" y="1840798"/>
            <a:ext cx="3410725" cy="231397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7804473" y="2264988"/>
            <a:ext cx="182880" cy="182880"/>
          </a:xfrm>
          <a:prstGeom prst="ellipse">
            <a:avLst/>
          </a:prstGeom>
          <a:solidFill>
            <a:srgbClr val="EB8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3"/>
              </a:solidFill>
            </a:endParaRP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51907936-51EE-A5DF-37A9-4134FB461E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937" r="18973"/>
          <a:stretch>
            <a:fillRect/>
          </a:stretch>
        </p:blipFill>
        <p:spPr>
          <a:xfrm>
            <a:off x="9787314" y="1671634"/>
            <a:ext cx="1734126" cy="2597121"/>
          </a:xfrm>
          <a:prstGeom prst="round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think-cell Folie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Reto Balsiger</cp:lastModifiedBy>
  <cp:revision>2</cp:revision>
  <dcterms:created xsi:type="dcterms:W3CDTF">2013-01-27T09:14:16Z</dcterms:created>
  <dcterms:modified xsi:type="dcterms:W3CDTF">2026-08-28T00:53:23Z</dcterms:modified>
  <cp:category/>
</cp:coreProperties>
</file>