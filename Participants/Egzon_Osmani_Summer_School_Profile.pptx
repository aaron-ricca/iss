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7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39001-5F69-47DC-88D4-946580645E8D}" type="datetimeFigureOut">
              <a:rPr lang="de-CH" smtClean="0"/>
              <a:t>30.08.2026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85FAF-5C1C-46B8-A0D8-A5DCF3C0B5F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04811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85FAF-5C1C-46B8-A0D8-A5DCF3C0B5F1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2465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5803CC8-AEC0-87E7-9AD7-FEE99EE89039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031607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426" imgH="426" progId="TCLayout.ActiveDocument.1">
                  <p:embed/>
                </p:oleObj>
              </mc:Choice>
              <mc:Fallback>
                <p:oleObj name="think-cell Folie" r:id="rId14" imgW="426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png"/><Relationship Id="rId1" Type="http://schemas.openxmlformats.org/officeDocument/2006/relationships/tags" Target="../tags/tag2.xml"/><Relationship Id="rId6" Type="http://schemas.openxmlformats.org/officeDocument/2006/relationships/image" Target="../media/image1.emf"/><Relationship Id="rId11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image" Target="../media/image2.jpeg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hink-cell data - do not delete" hidden="1">
            <a:extLst>
              <a:ext uri="{FF2B5EF4-FFF2-40B4-BE49-F238E27FC236}">
                <a16:creationId xmlns:a16="http://schemas.microsoft.com/office/drawing/2014/main" id="{71BEEE74-1E55-E37B-630E-A4A0D2F0E0A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7505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426" imgH="426" progId="TCLayout.ActiveDocument.1">
                  <p:embed/>
                </p:oleObj>
              </mc:Choice>
              <mc:Fallback>
                <p:oleObj name="think-cell Folie" r:id="rId5" imgW="426" imgH="42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" name="Grafik 44">
            <a:extLst>
              <a:ext uri="{FF2B5EF4-FFF2-40B4-BE49-F238E27FC236}">
                <a16:creationId xmlns:a16="http://schemas.microsoft.com/office/drawing/2014/main" id="{236D2818-B301-A799-F660-5909451CDC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376" y="4735369"/>
            <a:ext cx="1767681" cy="17676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1BFB3F99-174A-7C09-35B0-ED4E6A3FD0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7335" y="4698569"/>
            <a:ext cx="1804481" cy="18044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969" y="1042415"/>
            <a:ext cx="211622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CH" sz="2500" b="1" dirty="0">
                <a:solidFill>
                  <a:srgbClr val="1C2323"/>
                </a:solidFill>
                <a:latin typeface="Aptos Display"/>
              </a:rPr>
              <a:t>Egzon Osmani</a:t>
            </a:r>
            <a:endParaRPr sz="2500" b="1" dirty="0">
              <a:solidFill>
                <a:srgbClr val="1C232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7818" y="1636776"/>
            <a:ext cx="461985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University: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Eastern Switzerland University of Applied Sciences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818" y="2029967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Study program: </a:t>
            </a:r>
            <a:r>
              <a:rPr sz="1300" dirty="0">
                <a:solidFill>
                  <a:srgbClr val="1C2323"/>
                </a:solidFill>
                <a:latin typeface="Aptos"/>
              </a:rPr>
              <a:t>BSc Mechanical Engineering |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818" y="2423159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2323"/>
                </a:solidFill>
                <a:latin typeface="Aptos"/>
              </a:rPr>
              <a:t>Year of study: </a:t>
            </a:r>
            <a:r>
              <a:rPr sz="1300">
                <a:solidFill>
                  <a:srgbClr val="1C2323"/>
                </a:solidFill>
                <a:latin typeface="Aptos"/>
              </a:rPr>
              <a:t>2024–2027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818" y="2816352"/>
            <a:ext cx="197239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City: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Glarus</a:t>
            </a:r>
            <a:r>
              <a:rPr sz="1300" dirty="0">
                <a:solidFill>
                  <a:srgbClr val="1C2323"/>
                </a:solidFill>
                <a:latin typeface="Aptos"/>
              </a:rPr>
              <a:t>, Switzerland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818" y="3209544"/>
            <a:ext cx="342863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Motto for life: </a:t>
            </a:r>
            <a:r>
              <a:rPr lang="de-CH" sz="1300" b="1" dirty="0">
                <a:solidFill>
                  <a:srgbClr val="1C2323"/>
                </a:solidFill>
                <a:latin typeface="Aptos"/>
              </a:rPr>
              <a:t>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Be nice,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eat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nice and </a:t>
            </a:r>
            <a:r>
              <a:rPr lang="de-CH" sz="1300" dirty="0" err="1">
                <a:solidFill>
                  <a:srgbClr val="1C2323"/>
                </a:solidFill>
                <a:latin typeface="Aptos"/>
              </a:rPr>
              <a:t>play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 nice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7818" y="3602736"/>
            <a:ext cx="497373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Hobbies</a:t>
            </a:r>
            <a:r>
              <a:rPr lang="de-CH" sz="1300" b="1" dirty="0">
                <a:solidFill>
                  <a:srgbClr val="1C2323"/>
                </a:solidFill>
                <a:latin typeface="Aptos"/>
              </a:rPr>
              <a:t> I </a:t>
            </a:r>
            <a:r>
              <a:rPr lang="de-CH" sz="1300" b="1" dirty="0" err="1">
                <a:solidFill>
                  <a:srgbClr val="1C2323"/>
                </a:solidFill>
                <a:latin typeface="Aptos"/>
              </a:rPr>
              <a:t>gave</a:t>
            </a:r>
            <a:r>
              <a:rPr lang="de-CH" sz="1300" b="1" dirty="0">
                <a:solidFill>
                  <a:srgbClr val="1C2323"/>
                </a:solidFill>
                <a:latin typeface="Aptos"/>
              </a:rPr>
              <a:t> </a:t>
            </a:r>
            <a:r>
              <a:rPr lang="de-CH" sz="1300" b="1" dirty="0" err="1">
                <a:solidFill>
                  <a:srgbClr val="1C2323"/>
                </a:solidFill>
                <a:latin typeface="Aptos"/>
              </a:rPr>
              <a:t>up</a:t>
            </a:r>
            <a:r>
              <a:rPr lang="de-CH" sz="1300" b="1" dirty="0">
                <a:solidFill>
                  <a:srgbClr val="1C2323"/>
                </a:solidFill>
                <a:latin typeface="Aptos"/>
              </a:rPr>
              <a:t> for Engineering</a:t>
            </a:r>
            <a:r>
              <a:rPr sz="1300" b="1" dirty="0">
                <a:solidFill>
                  <a:srgbClr val="1C2323"/>
                </a:solidFill>
                <a:latin typeface="Aptos"/>
              </a:rPr>
              <a:t>:</a:t>
            </a:r>
            <a:r>
              <a:rPr lang="de-CH" sz="1300" b="1" dirty="0">
                <a:solidFill>
                  <a:srgbClr val="1C2323"/>
                </a:solidFill>
                <a:latin typeface="Aptos"/>
              </a:rPr>
              <a:t> </a:t>
            </a:r>
            <a:r>
              <a:rPr lang="de-CH" sz="1300" dirty="0">
                <a:solidFill>
                  <a:srgbClr val="1C2323"/>
                </a:solidFill>
                <a:latin typeface="Aptos"/>
              </a:rPr>
              <a:t>Basketball, European Football,</a:t>
            </a:r>
          </a:p>
          <a:p>
            <a:r>
              <a:rPr lang="de-CH" sz="1300" dirty="0">
                <a:solidFill>
                  <a:srgbClr val="1C2323"/>
                </a:solidFill>
                <a:latin typeface="Aptos"/>
              </a:rPr>
              <a:t>Boxing, Fitness.</a:t>
            </a:r>
            <a:r>
              <a:rPr sz="1300" b="1" dirty="0">
                <a:solidFill>
                  <a:srgbClr val="1C2323"/>
                </a:solidFill>
                <a:latin typeface="Aptos"/>
              </a:rPr>
              <a:t> </a:t>
            </a:r>
            <a:endParaRPr sz="1300" dirty="0">
              <a:solidFill>
                <a:srgbClr val="1C232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7818" y="4087368"/>
            <a:ext cx="5166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C2323"/>
                </a:solidFill>
                <a:latin typeface="Aptos"/>
              </a:rPr>
              <a:t>Your expectations from the summer school:</a:t>
            </a:r>
          </a:p>
          <a:p>
            <a:pPr>
              <a:defRPr sz="1300">
                <a:solidFill>
                  <a:srgbClr val="1C2323"/>
                </a:solidFill>
                <a:latin typeface="Aptos"/>
              </a:defRPr>
            </a:pPr>
            <a:r>
              <a:rPr lang="de-CH" dirty="0"/>
              <a:t>Learn </a:t>
            </a:r>
            <a:r>
              <a:rPr lang="de-CH" dirty="0" err="1"/>
              <a:t>about</a:t>
            </a:r>
            <a:r>
              <a:rPr lang="de-CH" dirty="0"/>
              <a:t> </a:t>
            </a:r>
            <a:r>
              <a:rPr lang="de-CH" dirty="0" err="1"/>
              <a:t>sustainability</a:t>
            </a:r>
            <a:r>
              <a:rPr lang="de-CH" dirty="0"/>
              <a:t> and the </a:t>
            </a:r>
            <a:r>
              <a:rPr lang="de-CH" dirty="0" err="1"/>
              <a:t>current</a:t>
            </a:r>
            <a:r>
              <a:rPr lang="de-CH" dirty="0"/>
              <a:t> </a:t>
            </a:r>
            <a:r>
              <a:rPr lang="de-CH" dirty="0" err="1"/>
              <a:t>challenges</a:t>
            </a:r>
            <a:r>
              <a:rPr lang="de-CH" dirty="0"/>
              <a:t>.</a:t>
            </a:r>
            <a:endParaRPr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EC61BDCA-0B4D-E5BA-F519-4A33DF6747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0091" y="-57396"/>
            <a:ext cx="4172215" cy="312916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176505E-F804-5F50-4F5D-CB90F8F333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304" y="1408176"/>
            <a:ext cx="2557382" cy="255738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C85892B2-07C5-8C87-FE08-72E04DCFB4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9492" y="907892"/>
            <a:ext cx="3462213" cy="3462213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2EA7122E-5325-7DA5-B22C-6F10A9DD0A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1482" y="3692653"/>
            <a:ext cx="1926556" cy="192655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72027E6-4A7E-766E-BA17-F2C6813F46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91770" y="3071766"/>
            <a:ext cx="2643234" cy="2643234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67B86688-474D-A235-637C-DA1C67DA30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1142" y="319312"/>
            <a:ext cx="2643234" cy="2643234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09C33834-1BCA-2B41-960D-B0F4F46537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99270" y="4160520"/>
            <a:ext cx="2697480" cy="269748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BFFC9C1-9CBE-AA4D-7CDE-ACAC655C5D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11929" y="3392356"/>
            <a:ext cx="1397596" cy="2985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B2B43483-7DC0-61E2-7F4B-00CBF9A0463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6530" y="2681911"/>
            <a:ext cx="1926555" cy="1926555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D84E038B-BBB3-1DB9-A8EF-7438BE44490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79003" y="-9174"/>
            <a:ext cx="3663916" cy="3663916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055EEBF9-0311-1868-5A55-05DBC3391F7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56860" y="4371314"/>
            <a:ext cx="2697479" cy="269747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Breitbild</PresentationFormat>
  <Paragraphs>11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think-cell Folie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Egzon Osmani</dc:creator>
  <cp:keywords/>
  <dc:description>generated using python-pptx</dc:description>
  <cp:lastModifiedBy>Egzon Osmani</cp:lastModifiedBy>
  <cp:revision>4</cp:revision>
  <dcterms:created xsi:type="dcterms:W3CDTF">2013-01-27T09:14:16Z</dcterms:created>
  <dcterms:modified xsi:type="dcterms:W3CDTF">2026-08-30T19:52:25Z</dcterms:modified>
  <cp:category/>
</cp:coreProperties>
</file>