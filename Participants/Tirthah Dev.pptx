
<file path=[Content_Types].xml><?xml version="1.0" encoding="utf-8"?>
<Types xmlns="http://schemas.openxmlformats.org/package/2006/content-types"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70980A-0433-42E8-AB85-2BCE14F1F413}" v="9" dt="2026-08-29T10:57:40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287E8E-266A-CBAD-82BD-EF446D89C72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29.08.2026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org&amp;utm_campaign=index&amp;utm_content=thumbnai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257673"/>
            <a:ext cx="6526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TIRTHAH DEV PILLAI A/L SATHURAMAN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MY" dirty="0"/>
              <a:t>Universiti Malaysia Pahang Al-Sultan Abdullah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/>
              <a:t>Mechatronics Engineering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Year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/>
              <a:t>Pahang, Malaysia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MY" dirty="0"/>
              <a:t>Good things take time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MY" dirty="0"/>
              <a:t>Watching F1, playing sports (Taekwondo and football), and attending concerts.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MY" dirty="0"/>
              <a:t>Learn from the world, connect beyond borders, and create a more sustainable future.</a:t>
            </a:r>
            <a:endParaRPr dirty="0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6702731" y="3658599"/>
            <a:ext cx="283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/>
              <a:t>Location where I study,</a:t>
            </a:r>
          </a:p>
          <a:p>
            <a:pPr>
              <a:defRPr/>
            </a:pPr>
            <a:r>
              <a:rPr lang="en-US" dirty="0"/>
              <a:t>and I live 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-609" y="4804368"/>
            <a:ext cx="2140133" cy="2056207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7974F-53B6-D0EE-8C60-548FA04733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195" y="1493374"/>
            <a:ext cx="3167537" cy="20872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Flag of Malaysia - Wikipedia">
            <a:extLst>
              <a:ext uri="{FF2B5EF4-FFF2-40B4-BE49-F238E27FC236}">
                <a16:creationId xmlns:a16="http://schemas.microsoft.com/office/drawing/2014/main" id="{25156738-FB7C-73E4-A123-4054445CA8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6807" y="3038631"/>
            <a:ext cx="885618" cy="442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1BD996-381A-3BE8-EE98-CE011C92649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6778" b="14225"/>
          <a:stretch>
            <a:fillRect/>
          </a:stretch>
        </p:blipFill>
        <p:spPr>
          <a:xfrm>
            <a:off x="9654084" y="1458559"/>
            <a:ext cx="2302259" cy="27608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93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Tirthah Dev Pillai</cp:lastModifiedBy>
  <cp:revision>10</cp:revision>
  <dcterms:created xsi:type="dcterms:W3CDTF">2024-07-25T14:37:25Z</dcterms:created>
  <dcterms:modified xsi:type="dcterms:W3CDTF">2026-08-29T11:08:55Z</dcterms:modified>
</cp:coreProperties>
</file>