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13DC6512-C3E2-7A5A-CF90-ED4674098A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515"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7" name="Grafik 16" descr="Ein Bild, das Person, Menschliches Gesicht, Kleidung, Lächeln enthält.&#10;&#10;Automatisch generierte Beschreibung">
            <a:extLst>
              <a:ext uri="{FF2B5EF4-FFF2-40B4-BE49-F238E27FC236}">
                <a16:creationId xmlns:a16="http://schemas.microsoft.com/office/drawing/2014/main" id="{884E57F6-2D1B-92A1-4793-9C680093C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104" y="1922291"/>
            <a:ext cx="2432016" cy="294686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0E3B9E35-CE80-E2E7-CAD2-C3742490F8F9}"/>
              </a:ext>
            </a:extLst>
          </p:cNvPr>
          <p:cNvSpPr txBox="1"/>
          <p:nvPr/>
        </p:nvSpPr>
        <p:spPr>
          <a:xfrm>
            <a:off x="774087" y="257674"/>
            <a:ext cx="2942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Michael Kauffeld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77D031-38FA-E014-B10D-FDEB8015A18A}"/>
              </a:ext>
            </a:extLst>
          </p:cNvPr>
          <p:cNvSpPr txBox="1"/>
          <p:nvPr/>
        </p:nvSpPr>
        <p:spPr>
          <a:xfrm>
            <a:off x="774087" y="953666"/>
            <a:ext cx="5391061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en-US" dirty="0"/>
              <a:t>Karlsruhe University of Applied Sciences</a:t>
            </a:r>
          </a:p>
          <a:p>
            <a:pPr>
              <a:spcAft>
                <a:spcPts val="600"/>
              </a:spcAft>
            </a:pPr>
            <a:r>
              <a:rPr lang="en-US" b="1" dirty="0"/>
              <a:t>Study program: </a:t>
            </a:r>
            <a:r>
              <a:rPr lang="en-US" dirty="0"/>
              <a:t>Mechanical Engineering</a:t>
            </a:r>
          </a:p>
          <a:p>
            <a:pPr>
              <a:spcAft>
                <a:spcPts val="600"/>
              </a:spcAft>
            </a:pPr>
            <a:r>
              <a:rPr lang="en-US" b="1" dirty="0"/>
              <a:t>Year of study: </a:t>
            </a:r>
            <a:r>
              <a:rPr lang="en-US" dirty="0"/>
              <a:t>43 years / 86 semesters</a:t>
            </a:r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en-US" dirty="0"/>
              <a:t>Karlsruhe, Germany</a:t>
            </a:r>
          </a:p>
          <a:p>
            <a:pPr>
              <a:spcAft>
                <a:spcPts val="600"/>
              </a:spcAft>
            </a:pPr>
            <a:r>
              <a:rPr lang="en-US" b="1" dirty="0"/>
              <a:t>Motto for life: </a:t>
            </a:r>
            <a:r>
              <a:rPr lang="en-US" dirty="0"/>
              <a:t>Faith moves mountains</a:t>
            </a:r>
          </a:p>
          <a:p>
            <a:pPr>
              <a:spcAft>
                <a:spcPts val="600"/>
              </a:spcAft>
            </a:pPr>
            <a:r>
              <a:rPr lang="en-US" dirty="0"/>
              <a:t>Aging is mandatory, but growing up is optional </a:t>
            </a:r>
          </a:p>
          <a:p>
            <a:pPr>
              <a:spcAft>
                <a:spcPts val="600"/>
              </a:spcAft>
            </a:pPr>
            <a:r>
              <a:rPr lang="en-US" b="1" dirty="0"/>
              <a:t>Hobbies: </a:t>
            </a:r>
            <a:r>
              <a:rPr lang="en-US" dirty="0"/>
              <a:t>Sailing, skiing, hiking, bicycling, building wooden things, writing</a:t>
            </a:r>
          </a:p>
          <a:p>
            <a:pPr>
              <a:spcAft>
                <a:spcPts val="600"/>
              </a:spcAft>
            </a:pPr>
            <a:r>
              <a:rPr lang="en-US" b="1" dirty="0"/>
              <a:t>Your expectations from the summer school:</a:t>
            </a:r>
          </a:p>
          <a:p>
            <a:pPr>
              <a:spcAft>
                <a:spcPts val="600"/>
              </a:spcAft>
            </a:pPr>
            <a:r>
              <a:rPr lang="en-US" dirty="0"/>
              <a:t>Connect with many enthusiastic people</a:t>
            </a:r>
          </a:p>
          <a:p>
            <a:pPr>
              <a:spcAft>
                <a:spcPts val="600"/>
              </a:spcAft>
            </a:pPr>
            <a:r>
              <a:rPr lang="en-US" dirty="0"/>
              <a:t>Together we make this world a better place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A7A05740-7CA4-A404-3450-EE0DB23553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09"/>
          <a:stretch>
            <a:fillRect/>
          </a:stretch>
        </p:blipFill>
        <p:spPr>
          <a:xfrm>
            <a:off x="6534025" y="475283"/>
            <a:ext cx="2269439" cy="20017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2DC0754F-2B8B-27DB-0FC8-E188E06005FC}"/>
              </a:ext>
            </a:extLst>
          </p:cNvPr>
          <p:cNvSpPr/>
          <p:nvPr/>
        </p:nvSpPr>
        <p:spPr>
          <a:xfrm>
            <a:off x="7300479" y="1664836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8B6EDCA8-2BD1-8538-C5B5-0C232054D09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252"/>
          <a:stretch/>
        </p:blipFill>
        <p:spPr>
          <a:xfrm>
            <a:off x="6838292" y="1612912"/>
            <a:ext cx="468000" cy="201129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0E259DA8-0C64-9AC7-5A82-66FD43EE7244}"/>
              </a:ext>
            </a:extLst>
          </p:cNvPr>
          <p:cNvSpPr txBox="1"/>
          <p:nvPr/>
        </p:nvSpPr>
        <p:spPr>
          <a:xfrm>
            <a:off x="6500502" y="2528979"/>
            <a:ext cx="240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/>
              <a:t>Location where I work,</a:t>
            </a:r>
          </a:p>
          <a:p>
            <a:r>
              <a:rPr lang="en-US" noProof="0" dirty="0"/>
              <a:t>and where I live </a:t>
            </a:r>
            <a:r>
              <a:rPr lang="en-US" noProof="0" dirty="0">
                <a:sym typeface="Wingdings" panose="05000000000000000000" pitchFamily="2" charset="2"/>
              </a:rPr>
              <a:t></a:t>
            </a:r>
            <a:endParaRPr lang="en-US" noProof="0" dirty="0"/>
          </a:p>
        </p:txBody>
      </p:sp>
      <p:pic>
        <p:nvPicPr>
          <p:cNvPr id="16" name="Grafik 15" descr="Ein Bild, das Cartoon, Spielzeug enthält.&#10;&#10;Automatisch generierte Beschreibung">
            <a:extLst>
              <a:ext uri="{FF2B5EF4-FFF2-40B4-BE49-F238E27FC236}">
                <a16:creationId xmlns:a16="http://schemas.microsoft.com/office/drawing/2014/main" id="{D4770E5F-B097-0854-5919-437D0AB13FD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949" y="1235662"/>
            <a:ext cx="1145188" cy="152645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C372DC6-110E-A699-3E76-EB713329C9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1142" y="6149315"/>
            <a:ext cx="2690418" cy="62145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F446614-695A-1FC6-3AC5-7C88D708E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0294" y="6037037"/>
            <a:ext cx="1809750" cy="590550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>
            <a:extLst>
              <a:ext uri="{FF2B5EF4-FFF2-40B4-BE49-F238E27FC236}">
                <a16:creationId xmlns:a16="http://schemas.microsoft.com/office/drawing/2014/main" id="{E7DD048C-B487-526A-D19D-CA7E4E0E06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203" y="5997466"/>
            <a:ext cx="1425203" cy="82911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14AA8D41-2571-1AEB-B9CD-286CCC9349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50693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softEdge rad="63500"/>
          </a:effec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C54ADDC0-A5C0-A8A0-D475-615E93CFF377}"/>
              </a:ext>
            </a:extLst>
          </p:cNvPr>
          <p:cNvSpPr txBox="1"/>
          <p:nvPr/>
        </p:nvSpPr>
        <p:spPr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Karlsruhe</a:t>
            </a:r>
          </a:p>
          <a:p>
            <a:pPr algn="ctr"/>
            <a:r>
              <a:rPr lang="de-DE" sz="1200" dirty="0"/>
              <a:t>31 August to 11 September 2026</a:t>
            </a:r>
          </a:p>
        </p:txBody>
      </p:sp>
      <p:pic>
        <p:nvPicPr>
          <p:cNvPr id="34" name="Grafik 33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C2120BB0-3F94-1B23-7EB4-FEB3CCDEBA3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32032" y="3176413"/>
            <a:ext cx="2236131" cy="19774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B41BD6D2-7A6F-6BBC-573B-3C4D838C1B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6951" y="182880"/>
            <a:ext cx="1517455" cy="15275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91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Michael Kauffeld</cp:lastModifiedBy>
  <cp:revision>8</cp:revision>
  <dcterms:created xsi:type="dcterms:W3CDTF">2024-07-25T14:37:25Z</dcterms:created>
  <dcterms:modified xsi:type="dcterms:W3CDTF">2026-08-20T09:54:11Z</dcterms:modified>
</cp:coreProperties>
</file>