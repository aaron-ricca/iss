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1" d="100"/>
          <a:sy n="101" d="100"/>
        </p:scale>
        <p:origin x="252" y="68"/>
      </p:cViewPr>
      <p:guideLst>
        <p:guide pos="3840"/>
        <p:guide orient="horz" pos="21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F2D223-FF9B-7971-65AF-A160249CD759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774087" y="257673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GB" sz="2800" b="1" dirty="0"/>
              <a:t>Malte </a:t>
            </a:r>
            <a:r>
              <a:rPr lang="en-GB" sz="2800" b="1" dirty="0" err="1"/>
              <a:t>Siegismund</a:t>
            </a:r>
            <a:r>
              <a:rPr lang="en-GB" sz="2800" b="1" dirty="0"/>
              <a:t> 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953666"/>
            <a:ext cx="5391061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/>
              <a:t>Karlsruhe University of Applied Sciences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/>
              <a:t>Mechanical Engineering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</a:t>
            </a:r>
            <a:r>
              <a:rPr lang="en-GB" dirty="0"/>
              <a:t> 3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/>
              <a:t>Karlsruhe, Germany</a:t>
            </a:r>
            <a:r>
              <a:rPr lang="en-GB" dirty="0"/>
              <a:t> 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GB" dirty="0"/>
              <a:t>Good vibes only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GB" dirty="0"/>
              <a:t>Football, Tennis, Volleyball, Skiing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GB" dirty="0"/>
              <a:t>Having an interesting week, connecting with other people</a:t>
            </a:r>
            <a:endParaRPr dirty="0"/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4"/>
          <a:srcRect t="23509"/>
          <a:stretch/>
        </p:blipFill>
        <p:spPr bwMode="auto">
          <a:xfrm>
            <a:off x="6522090" y="2166177"/>
            <a:ext cx="2269439" cy="20017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sp>
        <p:nvSpPr>
          <p:cNvPr id="25" name="Ellipse 24"/>
          <p:cNvSpPr/>
          <p:nvPr/>
        </p:nvSpPr>
        <p:spPr bwMode="auto">
          <a:xfrm>
            <a:off x="7286367" y="3357000"/>
            <a:ext cx="72000" cy="72000"/>
          </a:xfrm>
          <a:prstGeom prst="ellipse">
            <a:avLst/>
          </a:prstGeom>
          <a:solidFill>
            <a:srgbClr val="D72204"/>
          </a:solidFill>
          <a:ln>
            <a:solidFill>
              <a:srgbClr val="D722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7" name="Textfeld 26"/>
          <p:cNvSpPr txBox="1"/>
          <p:nvPr/>
        </p:nvSpPr>
        <p:spPr bwMode="auto">
          <a:xfrm>
            <a:off x="6452891" y="4255180"/>
            <a:ext cx="2483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dirty="0"/>
              <a:t>Location where I </a:t>
            </a:r>
            <a:r>
              <a:rPr lang="en-GB" dirty="0"/>
              <a:t>study</a:t>
            </a:r>
            <a:r>
              <a:rPr lang="en-US" dirty="0"/>
              <a:t>,</a:t>
            </a:r>
            <a:endParaRPr dirty="0"/>
          </a:p>
          <a:p>
            <a:pPr>
              <a:defRPr/>
            </a:pPr>
            <a:r>
              <a:rPr lang="en-US" dirty="0"/>
              <a:t>and where I live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9BA6E5-A7BC-DCF7-61D9-A09D6E90EB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10" b="21556"/>
          <a:stretch>
            <a:fillRect/>
          </a:stretch>
        </p:blipFill>
        <p:spPr>
          <a:xfrm>
            <a:off x="9469732" y="1950000"/>
            <a:ext cx="2311400" cy="24332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2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Kauffeld</dc:creator>
  <cp:lastModifiedBy>Nayeli Sophie Zaffran</cp:lastModifiedBy>
  <cp:revision>10</cp:revision>
  <dcterms:created xsi:type="dcterms:W3CDTF">2024-07-25T14:37:25Z</dcterms:created>
  <dcterms:modified xsi:type="dcterms:W3CDTF">2026-08-30T21:32:55Z</dcterms:modified>
</cp:coreProperties>
</file>