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4.jpeg" ContentType="image/jpeg"/>
  <Override PartName="/ppt/media/image5.png" ContentType="image/pn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Folie mittels Klicken verschieben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de-DE" sz="2000" spc="-1" strike="noStrike">
                <a:latin typeface="Arial"/>
              </a:rPr>
              <a:t>Format der Notizen mittels Klicken bearbeiten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de-DE" sz="1400" spc="-1" strike="noStrike">
                <a:latin typeface="Times New Roman"/>
              </a:rPr>
              <a:t>&lt;Kopfzeile&gt;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de-DE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de-DE" sz="1400" spc="-1" strike="noStrike">
                <a:latin typeface="Times New Roman"/>
              </a:rPr>
              <a:t>&lt;Datum/Uhrzeit&gt;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de-DE" sz="1400" spc="-1" strike="noStrike">
                <a:latin typeface="Times New Roman"/>
              </a:defRPr>
            </a:lvl1pPr>
          </a:lstStyle>
          <a:p>
            <a:r>
              <a:rPr b="0" lang="de-DE" sz="1400" spc="-1" strike="noStrike">
                <a:latin typeface="Times New Roman"/>
              </a:rPr>
              <a:t>&lt;Fußzeile&gt;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de-DE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4155ADB-024A-426E-9BE5-7A503C13515A}" type="slidenum">
              <a:rPr b="0" lang="de-DE" sz="1400" spc="-1" strike="noStrike">
                <a:latin typeface="Times New Roman"/>
              </a:rPr>
              <a:t>&lt;Foliennummer&gt;</a:t>
            </a:fld>
            <a:endParaRPr b="0" lang="de-DE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de-DE" sz="20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de-DE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76F942-A4D2-4DD4-A40A-4F27A95FDC3B}" type="slidenum">
              <a:rPr b="0" lang="de-DE" sz="1200" spc="-1" strike="noStrike">
                <a:latin typeface="Times New Roman"/>
              </a:rPr>
              <a:t>&lt;Foliennummer&gt;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0F666-3A6C-42B9-B2D1-EC9FBD4898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44C93-CE2C-40A9-8D5F-728D8598C8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3FE16-4CDF-45D2-8317-D718C80B6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41820-8F67-4B35-A550-554F54DC9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ADAABA-20E1-498A-8410-1FE0C06861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0827B5-C58A-43BD-859A-BC6D7274DD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B04EB-C119-49EA-A00D-3698FFA76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6CCD9-67DF-457E-B57F-44EE6EB991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364C5-4EEE-4A67-9487-688CE1F416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67FA93-C727-460C-933F-132E55BE65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C0C174-E445-4B0C-AAC1-F2DAF07888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1B29B-8899-4E22-A8F1-C1EACEEB7B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rgbClr val="000000"/>
                </a:solidFill>
                <a:latin typeface="Aptos Display"/>
                <a:ea typeface="Arial"/>
              </a:rPr>
              <a:t>Mastertitelformat bearbeiten</a:t>
            </a:r>
            <a:endParaRPr b="0" lang="de-DE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de-DE" sz="1200" spc="-1" strike="noStrike">
                <a:solidFill>
                  <a:srgbClr val="787878"/>
                </a:solidFill>
                <a:latin typeface="Aptos"/>
                <a:ea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rgbClr val="787878"/>
                </a:solidFill>
                <a:latin typeface="Aptos"/>
                <a:ea typeface="Arial"/>
              </a:rPr>
              <a:t>&lt;Datum/Uhrzeit&gt;</a:t>
            </a:r>
            <a:endParaRPr b="0" lang="de-DE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de-DE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de-DE" sz="1400" spc="-1" strike="noStrike">
                <a:latin typeface="Times New Roman"/>
              </a:rPr>
              <a:t>&lt;Fußzeile&gt;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de-DE" sz="1200" spc="-1" strike="noStrike">
                <a:solidFill>
                  <a:srgbClr val="787878"/>
                </a:solidFill>
                <a:latin typeface="Aptos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1A53C8-41C9-40CE-939F-5A0C8F28E356}" type="slidenum">
              <a:rPr b="0" lang="de-DE" sz="1200" spc="-1" strike="noStrike">
                <a:solidFill>
                  <a:srgbClr val="787878"/>
                </a:solidFill>
                <a:latin typeface="Aptos"/>
                <a:ea typeface="Arial"/>
              </a:rPr>
              <a:t>&lt;Foliennummer&gt;</a:t>
            </a:fld>
            <a:endParaRPr b="0" lang="de-DE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ptos"/>
              </a:rPr>
              <a:t>Format des Gliederungstextes durch Klicken bearbeiten</a:t>
            </a:r>
            <a:endParaRPr b="0" lang="de-DE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Zweite Gliederungsebene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Dritte Gliederungsebene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ptos"/>
              </a:rPr>
              <a:t>Vierte Gliederungsebene</a:t>
            </a:r>
            <a:endParaRPr b="0" lang="de-DE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ptos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8" name="Bildplatzhalter 4" descr="Nahaufnahme eines grünen Felds"/>
          <p:cNvPicPr/>
          <p:nvPr/>
        </p:nvPicPr>
        <p:blipFill>
          <a:blip r:embed="rId1">
            <a:alphaModFix amt="35000"/>
          </a:blip>
          <a:srcRect l="0" t="11517" r="0" b="0"/>
          <a:stretch/>
        </p:blipFill>
        <p:spPr>
          <a:xfrm>
            <a:off x="360" y="-25560"/>
            <a:ext cx="12191760" cy="6067800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10"/>
          <p:cNvGrpSpPr/>
          <p:nvPr/>
        </p:nvGrpSpPr>
        <p:grpSpPr>
          <a:xfrm>
            <a:off x="-360" y="5029200"/>
            <a:ext cx="12227760" cy="1828440"/>
            <a:chOff x="-360" y="5029200"/>
            <a:chExt cx="12227760" cy="1828440"/>
          </a:xfrm>
        </p:grpSpPr>
        <p:sp>
          <p:nvSpPr>
            <p:cNvPr id="50" name="Freeform: Shape 11"/>
            <p:cNvSpPr/>
            <p:nvPr/>
          </p:nvSpPr>
          <p:spPr>
            <a:xfrm>
              <a:off x="-360" y="5029200"/>
              <a:ext cx="12227760" cy="1099440"/>
            </a:xfrm>
            <a:custGeom>
              <a:avLst/>
              <a:gdLst/>
              <a:ahLst/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Freeform: Shape 12"/>
            <p:cNvSpPr/>
            <p:nvPr/>
          </p:nvSpPr>
          <p:spPr>
            <a:xfrm>
              <a:off x="-360" y="5241240"/>
              <a:ext cx="12227760" cy="902160"/>
            </a:xfrm>
            <a:custGeom>
              <a:avLst/>
              <a:gdLst/>
              <a:ahLst/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Freeform: Shape 13"/>
            <p:cNvSpPr/>
            <p:nvPr/>
          </p:nvSpPr>
          <p:spPr>
            <a:xfrm>
              <a:off x="-360" y="5543280"/>
              <a:ext cx="12227760" cy="641160"/>
            </a:xfrm>
            <a:custGeom>
              <a:avLst/>
              <a:gdLst/>
              <a:ahLst/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" name="Freeform: Shape 14"/>
            <p:cNvSpPr/>
            <p:nvPr/>
          </p:nvSpPr>
          <p:spPr>
            <a:xfrm>
              <a:off x="-360" y="5656320"/>
              <a:ext cx="12227760" cy="1201320"/>
            </a:xfrm>
            <a:custGeom>
              <a:avLst/>
              <a:gdLst/>
              <a:ahLst/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" name="Textfeld 17"/>
          <p:cNvSpPr/>
          <p:nvPr/>
        </p:nvSpPr>
        <p:spPr>
          <a:xfrm>
            <a:off x="583200" y="257760"/>
            <a:ext cx="22798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lv-LV" sz="2800" spc="-1" strike="noStrike">
                <a:solidFill>
                  <a:srgbClr val="000000"/>
                </a:solidFill>
                <a:latin typeface="Aptos"/>
                <a:ea typeface="Arial"/>
              </a:rPr>
              <a:t>Robin Steil</a:t>
            </a:r>
            <a:endParaRPr b="0" lang="de-DE" sz="2800" spc="-1" strike="noStrike">
              <a:latin typeface="Arial"/>
            </a:endParaRPr>
          </a:p>
        </p:txBody>
      </p:sp>
      <p:sp>
        <p:nvSpPr>
          <p:cNvPr id="55" name="Textfeld 21"/>
          <p:cNvSpPr/>
          <p:nvPr/>
        </p:nvSpPr>
        <p:spPr>
          <a:xfrm>
            <a:off x="774000" y="992880"/>
            <a:ext cx="5390640" cy="41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University: </a:t>
            </a: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University of Applied Sciences Karlsruhe (HKA)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Study program: </a:t>
            </a: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Data Science Bachelor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Year of study: </a:t>
            </a:r>
            <a:r>
              <a:rPr b="0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5th semester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City: </a:t>
            </a: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Karlsruhe, Germany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Motto for life: </a:t>
            </a:r>
            <a:r>
              <a:rPr b="0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”Baut auf, was euch aufbaut” ~ Build what builds you up. 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Hobbies: </a:t>
            </a:r>
            <a:r>
              <a:rPr b="0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studying Ethics / Philosophy, my dog, working in NGOs (climate education, climate justice, student sustainability group)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ptos"/>
                <a:ea typeface="Arial"/>
              </a:rPr>
              <a:t>Your expectations from the summer school: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International perspectives on sustainability 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56" name="Textfeld 26"/>
          <p:cNvSpPr/>
          <p:nvPr/>
        </p:nvSpPr>
        <p:spPr>
          <a:xfrm>
            <a:off x="6500520" y="2529000"/>
            <a:ext cx="2482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Karlsruhe - 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de-CH" sz="1800" spc="-1" strike="noStrike">
                <a:solidFill>
                  <a:srgbClr val="000000"/>
                </a:solidFill>
                <a:latin typeface="Aptos"/>
                <a:ea typeface="Arial"/>
              </a:rPr>
              <a:t>where I live &amp; study</a:t>
            </a:r>
            <a:endParaRPr b="0" lang="de-DE" sz="1800" spc="-1" strike="noStrike">
              <a:latin typeface="Arial"/>
            </a:endParaRPr>
          </a:p>
        </p:txBody>
      </p:sp>
      <p:pic>
        <p:nvPicPr>
          <p:cNvPr id="57" name="Grafik 18" descr=""/>
          <p:cNvPicPr/>
          <p:nvPr/>
        </p:nvPicPr>
        <p:blipFill>
          <a:blip r:embed="rId2"/>
          <a:stretch/>
        </p:blipFill>
        <p:spPr>
          <a:xfrm>
            <a:off x="4981320" y="6149160"/>
            <a:ext cx="2689920" cy="621000"/>
          </a:xfrm>
          <a:prstGeom prst="rect">
            <a:avLst/>
          </a:prstGeom>
          <a:ln w="0">
            <a:noFill/>
          </a:ln>
        </p:spPr>
      </p:pic>
      <p:pic>
        <p:nvPicPr>
          <p:cNvPr id="58" name="Grafik 27" descr="Ein Bild, das Symbol, Grafiken, Schrift, Logo enthält.&#10;&#10;KI-generierte Inhalte können fehlerhaft sein."/>
          <p:cNvPicPr/>
          <p:nvPr/>
        </p:nvPicPr>
        <p:blipFill>
          <a:blip r:embed="rId3"/>
          <a:stretch/>
        </p:blipFill>
        <p:spPr>
          <a:xfrm>
            <a:off x="10569240" y="5997600"/>
            <a:ext cx="1424880" cy="828720"/>
          </a:xfrm>
          <a:prstGeom prst="rect">
            <a:avLst/>
          </a:prstGeom>
          <a:ln w="0">
            <a:noFill/>
          </a:ln>
        </p:spPr>
      </p:pic>
      <p:sp>
        <p:nvSpPr>
          <p:cNvPr id="59" name="Grafik 29"/>
          <p:cNvSpPr/>
          <p:nvPr/>
        </p:nvSpPr>
        <p:spPr>
          <a:xfrm>
            <a:off x="167400" y="5241240"/>
            <a:ext cx="1661760" cy="1596600"/>
          </a:xfrm>
          <a:custGeom>
            <a:avLst/>
            <a:gdLst/>
            <a:ahLst/>
            <a:rect l="l" t="t" r="r" b="b"/>
            <a:pathLst>
              <a:path fill="none" w="2218681" h="2131674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stroke="0" w="2218681" h="2131674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solidFill>
              <a:srgbClr val="000000"/>
            </a:solidFill>
          </a:ln>
          <a:effectLst>
            <a:softEdge rad="63360"/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Textfeld 31"/>
          <p:cNvSpPr/>
          <p:nvPr/>
        </p:nvSpPr>
        <p:spPr>
          <a:xfrm>
            <a:off x="2250000" y="6242760"/>
            <a:ext cx="2727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rgbClr val="000000"/>
                </a:solidFill>
                <a:latin typeface="Aptos"/>
                <a:ea typeface="Arial"/>
              </a:rPr>
              <a:t>Karlsruhe</a:t>
            </a:r>
            <a:endParaRPr b="0" lang="de-DE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rgbClr val="000000"/>
                </a:solidFill>
                <a:latin typeface="Aptos"/>
                <a:ea typeface="Arial"/>
              </a:rPr>
              <a:t>31 August to 11 September 2026</a:t>
            </a:r>
            <a:endParaRPr b="0" lang="de-DE" sz="1200" spc="-1" strike="noStrike"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5"/>
          <a:stretch/>
        </p:blipFill>
        <p:spPr>
          <a:xfrm>
            <a:off x="9000000" y="614520"/>
            <a:ext cx="2700000" cy="447804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6"/>
          <a:srcRect l="24903" t="0" r="0" b="8966"/>
          <a:stretch/>
        </p:blipFill>
        <p:spPr>
          <a:xfrm>
            <a:off x="6375240" y="689760"/>
            <a:ext cx="2264760" cy="183024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7"/>
          <a:srcRect l="0" t="0" r="2616" b="17512"/>
          <a:stretch/>
        </p:blipFill>
        <p:spPr>
          <a:xfrm>
            <a:off x="6480360" y="3240000"/>
            <a:ext cx="1979640" cy="223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LibreOffice/7.3.6.2$Windows_X86_64 LibreOffice_project/c28ca90fd6e1a19e189fc16c05f8f8924961e12e</Application>
  <AppVersion>15.0000</AppVersion>
  <Words>101</Words>
  <Paragraphs>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2024-07-25T14:37:25Z</dcterms:created>
  <dc:creator>Michael Kauffeld</dc:creator>
  <dc:description/>
  <dc:language>de-DE</dc:language>
  <cp:lastModifiedBy/>
  <dcterms:modified xsi:type="dcterms:W3CDTF">2026-08-27T19:45:53Z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Breitbild</vt:lpwstr>
  </property>
  <property fmtid="{D5CDD505-2E9C-101B-9397-08002B2CF9AE}" pid="4" name="Slides">
    <vt:r8>1</vt:r8>
  </property>
</Properties>
</file>