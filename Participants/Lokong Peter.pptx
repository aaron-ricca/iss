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7E41D6-7EDF-B73B-E6AB-2F0D2A12483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7C62B07E-1727-493A-B691-90C2B7B7E3B1}" type="datetimeFigureOut">
              <a:rPr lang="de-DE"/>
              <a:t>30.08.2026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57ABD5B6-FF0D-4A7D-A231-6DF21D9D4D1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12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11" Type="http://schemas.openxmlformats.org/officeDocument/2006/relationships/image" Target="../media/image7.jpg"/><Relationship Id="rId5" Type="http://schemas.openxmlformats.org/officeDocument/2006/relationships/image" Target="../media/image3.png"/><Relationship Id="rId15" Type="http://schemas.openxmlformats.org/officeDocument/2006/relationships/image" Target="../media/image11.jpeg"/><Relationship Id="rId10" Type="http://schemas.openxmlformats.org/officeDocument/2006/relationships/image" Target="../media/image6.png"/><Relationship Id="rId4" Type="http://schemas.openxmlformats.org/officeDocument/2006/relationships/image" Target="../media/image2.jpg"/><Relationship Id="rId9" Type="http://schemas.openxmlformats.org/officeDocument/2006/relationships/image" Target="../media/media1.sv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4" name="Bildplatzhalter 4" descr="Nahaufnahme eines grünen Felds"/>
          <p:cNvPicPr>
            <a:picLocks noChangeAspect="1"/>
          </p:cNvPicPr>
          <p:nvPr/>
        </p:nvPicPr>
        <p:blipFill>
          <a:blip r:embed="rId3">
            <a:alphaModFix amt="35000"/>
          </a:blip>
          <a:srcRect t="11515"/>
          <a:stretch/>
        </p:blipFill>
        <p:spPr bwMode="auto">
          <a:xfrm>
            <a:off x="0" y="-48307"/>
            <a:ext cx="12192000" cy="6068290"/>
          </a:xfrm>
          <a:prstGeom prst="rect">
            <a:avLst/>
          </a:prstGeom>
        </p:spPr>
      </p:pic>
      <p:grpSp>
        <p:nvGrpSpPr>
          <p:cNvPr id="11" name="Group 10"/>
          <p:cNvGrpSpPr>
            <a:grpSpLocks noGrp="1" noUngrp="1" noRot="1" noChangeAspect="1" noMove="1" noResize="1"/>
          </p:cNvGrpSpPr>
          <p:nvPr/>
        </p:nvGrpSpPr>
        <p:grpSpPr bwMode="auto"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/>
            <p:cNvSpPr/>
            <p:nvPr/>
          </p:nvSpPr>
          <p:spPr bwMode="auto"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 extrusionOk="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 bwMode="auto"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 extrusionOk="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 bwMode="auto"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 extrusionOk="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/>
            <p:cNvSpPr/>
            <p:nvPr/>
          </p:nvSpPr>
          <p:spPr bwMode="auto"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 extrusionOk="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en-US"/>
            </a:p>
          </p:txBody>
        </p:sp>
      </p:grpSp>
      <p:pic>
        <p:nvPicPr>
          <p:cNvPr id="17" name="Grafik 16" descr="Ein Bild, das Person, Menschliches Gesicht, Kleidung, Lächeln enthält.&#10;&#10;Automatisch generierte Beschreibu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356104" y="1922291"/>
            <a:ext cx="2432016" cy="294686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sp>
        <p:nvSpPr>
          <p:cNvPr id="18" name="Textfeld 17"/>
          <p:cNvSpPr txBox="1"/>
          <p:nvPr/>
        </p:nvSpPr>
        <p:spPr bwMode="auto">
          <a:xfrm>
            <a:off x="774087" y="257673"/>
            <a:ext cx="2481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 sz="2800" b="1" dirty="0" smtClean="0"/>
              <a:t>Lokong Peter</a:t>
            </a:r>
            <a:endParaRPr dirty="0"/>
          </a:p>
        </p:txBody>
      </p:sp>
      <p:sp>
        <p:nvSpPr>
          <p:cNvPr id="22" name="Textfeld 21"/>
          <p:cNvSpPr txBox="1"/>
          <p:nvPr/>
        </p:nvSpPr>
        <p:spPr bwMode="auto">
          <a:xfrm>
            <a:off x="774087" y="829201"/>
            <a:ext cx="5391061" cy="395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b="1" dirty="0"/>
              <a:t>University: </a:t>
            </a:r>
            <a:r>
              <a:rPr lang="en-US" dirty="0" smtClean="0"/>
              <a:t>Makerere University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Study program: </a:t>
            </a:r>
            <a:r>
              <a:rPr lang="en-US" dirty="0" smtClean="0"/>
              <a:t>Agricultural </a:t>
            </a:r>
            <a:r>
              <a:rPr lang="en-US" dirty="0" smtClean="0"/>
              <a:t>Engineering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Year of study: </a:t>
            </a:r>
            <a:r>
              <a:rPr lang="en-US" dirty="0" smtClean="0"/>
              <a:t>4th</a:t>
            </a:r>
            <a:r>
              <a:rPr lang="en-US" dirty="0" smtClean="0"/>
              <a:t> year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City: </a:t>
            </a:r>
            <a:r>
              <a:rPr lang="en-US" dirty="0" smtClean="0"/>
              <a:t>Kampala, Uganda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Motto for life: </a:t>
            </a:r>
            <a:r>
              <a:rPr lang="en-US" dirty="0" smtClean="0"/>
              <a:t>Engineer today</a:t>
            </a:r>
            <a:r>
              <a:rPr lang="en-US" dirty="0" smtClean="0"/>
              <a:t>, sustain tomorrow, empower communities for generations.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Hobbies: </a:t>
            </a:r>
            <a:r>
              <a:rPr lang="en-US" dirty="0" smtClean="0"/>
              <a:t>Football, swimming, music, reading novels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b="1" dirty="0"/>
              <a:t>Your expectations from the summer school:</a:t>
            </a:r>
            <a:endParaRPr dirty="0"/>
          </a:p>
          <a:p>
            <a:pPr>
              <a:spcAft>
                <a:spcPts val="600"/>
              </a:spcAft>
              <a:defRPr/>
            </a:pPr>
            <a:r>
              <a:rPr lang="en-US" dirty="0" smtClean="0"/>
              <a:t>I expect to gain practical sustainability knowledge, build international networks, and apply innovative engineering solutions.</a:t>
            </a:r>
          </a:p>
        </p:txBody>
      </p:sp>
      <p:pic>
        <p:nvPicPr>
          <p:cNvPr id="23" name="Grafik 22"/>
          <p:cNvPicPr>
            <a:picLocks noChangeAspect="1"/>
          </p:cNvPicPr>
          <p:nvPr/>
        </p:nvPicPr>
        <p:blipFill>
          <a:blip r:embed="rId5"/>
          <a:srcRect t="23509"/>
          <a:stretch/>
        </p:blipFill>
        <p:spPr bwMode="auto">
          <a:xfrm>
            <a:off x="6532032" y="439976"/>
            <a:ext cx="2269439" cy="20017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sp>
        <p:nvSpPr>
          <p:cNvPr id="25" name="Ellipse 24"/>
          <p:cNvSpPr/>
          <p:nvPr/>
        </p:nvSpPr>
        <p:spPr bwMode="auto">
          <a:xfrm>
            <a:off x="7300479" y="1664836"/>
            <a:ext cx="72000" cy="72000"/>
          </a:xfrm>
          <a:prstGeom prst="ellipse">
            <a:avLst/>
          </a:prstGeom>
          <a:solidFill>
            <a:srgbClr val="D72204"/>
          </a:solidFill>
          <a:ln>
            <a:solidFill>
              <a:srgbClr val="D722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pic>
        <p:nvPicPr>
          <p:cNvPr id="26" name="Grafik 25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6252"/>
          <a:stretch/>
        </p:blipFill>
        <p:spPr bwMode="auto">
          <a:xfrm>
            <a:off x="6838292" y="1612912"/>
            <a:ext cx="468000" cy="201129"/>
          </a:xfrm>
          <a:prstGeom prst="rect">
            <a:avLst/>
          </a:prstGeom>
        </p:spPr>
      </p:pic>
      <p:sp>
        <p:nvSpPr>
          <p:cNvPr id="27" name="Textfeld 26"/>
          <p:cNvSpPr txBox="1"/>
          <p:nvPr/>
        </p:nvSpPr>
        <p:spPr bwMode="auto">
          <a:xfrm>
            <a:off x="6414655" y="2528979"/>
            <a:ext cx="2642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dirty="0"/>
              <a:t>Location where I </a:t>
            </a:r>
            <a:r>
              <a:rPr lang="en-US" dirty="0" smtClean="0"/>
              <a:t>study</a:t>
            </a:r>
            <a:r>
              <a:rPr lang="en-US" dirty="0" smtClean="0"/>
              <a:t>,</a:t>
            </a:r>
            <a:endParaRPr dirty="0"/>
          </a:p>
          <a:p>
            <a:pPr>
              <a:defRPr/>
            </a:pPr>
            <a:r>
              <a:rPr lang="en-US" dirty="0"/>
              <a:t>and where I live </a:t>
            </a: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4981142" y="6149315"/>
            <a:ext cx="2690418" cy="621453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:mc="http://schemas.openxmlformats.org/markup-compatibility/2006" xmlns:w="http://schemas.openxmlformats.org/wordprocessingml/2006/main" xmlns:m="http://schemas.openxmlformats.org/officeDocument/2006/math" xmlns="" r:embed="rId9"/>
              </a:ext>
            </a:extLst>
          </a:blip>
          <a:stretch/>
        </p:blipFill>
        <p:spPr bwMode="auto">
          <a:xfrm>
            <a:off x="8160294" y="6037037"/>
            <a:ext cx="1809750" cy="590549"/>
          </a:xfrm>
          <a:prstGeom prst="rect">
            <a:avLst/>
          </a:prstGeom>
        </p:spPr>
      </p:pic>
      <p:pic>
        <p:nvPicPr>
          <p:cNvPr id="28" name="Grafik 27" descr="Ein Bild, das Symbol, Grafiken, Schrift, Logo enthält.&#10;&#10;KI-generierte Inhalte können fehlerhaft sein.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10569202" y="5997466"/>
            <a:ext cx="1425203" cy="82911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>
            <a:off x="-609" y="4728902"/>
            <a:ext cx="2218681" cy="2131674"/>
          </a:xfrm>
          <a:custGeom>
            <a:avLst/>
            <a:gdLst>
              <a:gd name="csX0" fmla="*/ 0 w 2218681"/>
              <a:gd name="csY0" fmla="*/ 0 h 2131674"/>
              <a:gd name="csX1" fmla="*/ 2218681 w 2218681"/>
              <a:gd name="csY1" fmla="*/ 0 h 2131674"/>
              <a:gd name="csX2" fmla="*/ 2218681 w 2218681"/>
              <a:gd name="csY2" fmla="*/ 2131674 h 2131674"/>
              <a:gd name="csX3" fmla="*/ 0 w 2218681"/>
              <a:gd name="csY3" fmla="*/ 2131674 h 2131674"/>
              <a:gd name="csX4" fmla="*/ 0 w 2218681"/>
              <a:gd name="csY4" fmla="*/ 0 h 213167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218681" h="2131674" fill="none" extrusionOk="0">
                <a:moveTo>
                  <a:pt x="0" y="0"/>
                </a:moveTo>
                <a:cubicBezTo>
                  <a:pt x="932499" y="-30195"/>
                  <a:pt x="1913041" y="159241"/>
                  <a:pt x="2218681" y="0"/>
                </a:cubicBezTo>
                <a:cubicBezTo>
                  <a:pt x="2081227" y="689977"/>
                  <a:pt x="2122123" y="1727218"/>
                  <a:pt x="2218681" y="2131674"/>
                </a:cubicBezTo>
                <a:cubicBezTo>
                  <a:pt x="1319249" y="2062763"/>
                  <a:pt x="1063353" y="2178224"/>
                  <a:pt x="0" y="2131674"/>
                </a:cubicBezTo>
                <a:cubicBezTo>
                  <a:pt x="-107079" y="1302567"/>
                  <a:pt x="-61225" y="472164"/>
                  <a:pt x="0" y="0"/>
                </a:cubicBezTo>
                <a:close/>
              </a:path>
              <a:path w="2218681" h="2131674" stroke="0" extrusionOk="0">
                <a:moveTo>
                  <a:pt x="0" y="0"/>
                </a:moveTo>
                <a:cubicBezTo>
                  <a:pt x="532552" y="-16982"/>
                  <a:pt x="1386363" y="-97253"/>
                  <a:pt x="2218681" y="0"/>
                </a:cubicBezTo>
                <a:cubicBezTo>
                  <a:pt x="2253972" y="461176"/>
                  <a:pt x="2139642" y="1185684"/>
                  <a:pt x="2218681" y="2131674"/>
                </a:cubicBezTo>
                <a:cubicBezTo>
                  <a:pt x="1767857" y="2119670"/>
                  <a:pt x="244524" y="2131751"/>
                  <a:pt x="0" y="2131674"/>
                </a:cubicBezTo>
                <a:cubicBezTo>
                  <a:pt x="141970" y="1741371"/>
                  <a:pt x="83928" y="620655"/>
                  <a:pt x="0" y="0"/>
                </a:cubicBezTo>
                <a:close/>
              </a:path>
            </a:pathLst>
          </a:custGeom>
          <a:ln>
            <a:solidFill>
              <a:schemeClr val="tx1"/>
            </a:solidFill>
          </a:ln>
          <a:effectLst>
            <a:softEdge rad="63500"/>
          </a:effectLst>
        </p:spPr>
      </p:pic>
      <p:sp>
        <p:nvSpPr>
          <p:cNvPr id="32" name="Textfeld 31"/>
          <p:cNvSpPr txBox="1"/>
          <p:nvPr/>
        </p:nvSpPr>
        <p:spPr bwMode="auto">
          <a:xfrm>
            <a:off x="2447444" y="6242932"/>
            <a:ext cx="23334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de-DE" sz="1200"/>
              <a:t>Karlsruhe</a:t>
            </a:r>
            <a:endParaRPr/>
          </a:p>
          <a:p>
            <a:pPr algn="ctr">
              <a:defRPr/>
            </a:pPr>
            <a:r>
              <a:rPr lang="de-DE" sz="1200"/>
              <a:t>31 August to 11 September 2026</a:t>
            </a:r>
            <a:endParaRPr/>
          </a:p>
        </p:txBody>
      </p:sp>
      <p:pic>
        <p:nvPicPr>
          <p:cNvPr id="34" name="Grafik 33" descr="Ein Bild, das Text, Karte enthält.&#10;&#10;Automatisch generierte Beschreibung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>
            <a:off x="6532032" y="3176413"/>
            <a:ext cx="2236131" cy="197745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1729" y="439976"/>
            <a:ext cx="2269742" cy="20017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3590" y="3157758"/>
            <a:ext cx="2234574" cy="19427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7437" y="1916772"/>
            <a:ext cx="2463529" cy="29680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xmlns:w="http://schemas.openxmlformats.org/wordprocessingml/2006/main" xmlns:m="http://schemas.openxmlformats.org/officeDocument/2006/math" xmlns="" Requires="p159">
      <p:transition p14:dur="2000" advClick="1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89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Kauffeld</dc:creator>
  <cp:lastModifiedBy>kiwa</cp:lastModifiedBy>
  <cp:revision>16</cp:revision>
  <dcterms:created xsi:type="dcterms:W3CDTF">2024-07-25T14:37:25Z</dcterms:created>
  <dcterms:modified xsi:type="dcterms:W3CDTF">2026-08-30T17:54:36Z</dcterms:modified>
</cp:coreProperties>
</file>