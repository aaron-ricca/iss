
<file path=[Content_Types].xml><?xml version="1.0" encoding="utf-8"?>
<Types xmlns="http://schemas.openxmlformats.org/package/2006/content-types"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512" y="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D2217D-221E-97A1-1223-492C8751C42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org&amp;utm_campaign=index&amp;utm_content=thumbnail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0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3268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Daniel Perez Garza</a:t>
            </a:r>
            <a:endParaRPr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-609" y="5084186"/>
            <a:ext cx="1848895" cy="1776389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22" name="Textfeld 21"/>
          <p:cNvSpPr txBox="1"/>
          <p:nvPr/>
        </p:nvSpPr>
        <p:spPr bwMode="auto">
          <a:xfrm>
            <a:off x="774087" y="839662"/>
            <a:ext cx="5391061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 err="1"/>
              <a:t>Renewable</a:t>
            </a:r>
            <a:r>
              <a:rPr lang="de-CH" dirty="0"/>
              <a:t> </a:t>
            </a:r>
            <a:r>
              <a:rPr lang="de-CH" dirty="0" err="1"/>
              <a:t>energies</a:t>
            </a:r>
            <a:r>
              <a:rPr lang="de-CH" dirty="0"/>
              <a:t> and environmental </a:t>
            </a:r>
            <a:r>
              <a:rPr lang="de-CH" dirty="0" err="1"/>
              <a:t>technology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3. Semester</a:t>
            </a:r>
            <a:endParaRPr lang="de-CH" b="1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 err="1"/>
              <a:t>Rapperswil</a:t>
            </a:r>
            <a:r>
              <a:rPr lang="en-US" dirty="0"/>
              <a:t> SG, 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/>
              <a:t>Take it easy and chase what makes you happy</a:t>
            </a:r>
            <a:endParaRPr lang="en-US" b="1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de-DE" dirty="0"/>
              <a:t>Volleyball, Sports, </a:t>
            </a:r>
            <a:r>
              <a:rPr lang="de-DE" dirty="0" err="1"/>
              <a:t>drawing</a:t>
            </a:r>
            <a:r>
              <a:rPr lang="de-DE" dirty="0"/>
              <a:t>, listen to </a:t>
            </a:r>
            <a:r>
              <a:rPr lang="de-DE" dirty="0" err="1"/>
              <a:t>music</a:t>
            </a:r>
            <a:r>
              <a:rPr lang="de-DE" dirty="0"/>
              <a:t>, </a:t>
            </a:r>
            <a:r>
              <a:rPr lang="de-DE" dirty="0" err="1"/>
              <a:t>hiking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Learn more about sustainable systems and meet new people internationally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26" name="Picture 25" descr="File:Flag of Switzerland.svg - Wikimedia Commons">
            <a:extLst>
              <a:ext uri="{FF2B5EF4-FFF2-40B4-BE49-F238E27FC236}">
                <a16:creationId xmlns:a16="http://schemas.microsoft.com/office/drawing/2014/main" id="{C0D5E56E-292F-DAB9-3A29-3399FA915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888" y="3882620"/>
            <a:ext cx="1974936" cy="197493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6C589A-6C94-8913-B70D-0A883717636B}"/>
              </a:ext>
            </a:extLst>
          </p:cNvPr>
          <p:cNvSpPr txBox="1"/>
          <p:nvPr/>
        </p:nvSpPr>
        <p:spPr>
          <a:xfrm>
            <a:off x="6326351" y="2503342"/>
            <a:ext cx="262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my roots are from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713B72-7CD5-C1DE-CEDA-C1530DE41D24}"/>
              </a:ext>
            </a:extLst>
          </p:cNvPr>
          <p:cNvSpPr txBox="1"/>
          <p:nvPr/>
        </p:nvSpPr>
        <p:spPr bwMode="auto">
          <a:xfrm>
            <a:off x="6530888" y="3085235"/>
            <a:ext cx="234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I work, study and live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05150C-747A-0830-A228-45417272C23B}"/>
              </a:ext>
            </a:extLst>
          </p:cNvPr>
          <p:cNvSpPr/>
          <p:nvPr/>
        </p:nvSpPr>
        <p:spPr>
          <a:xfrm rot="16200000">
            <a:off x="7413676" y="2334426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0F1EDCB5-7649-A844-16BE-E9F9D0894651}"/>
              </a:ext>
            </a:extLst>
          </p:cNvPr>
          <p:cNvSpPr/>
          <p:nvPr/>
        </p:nvSpPr>
        <p:spPr bwMode="auto">
          <a:xfrm rot="5400000">
            <a:off x="7474002" y="3560938"/>
            <a:ext cx="209359" cy="2191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19C031D-EE51-7883-BBF4-48CA8DB668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6" t="16512" r="17480" b="15800"/>
          <a:stretch>
            <a:fillRect/>
          </a:stretch>
        </p:blipFill>
        <p:spPr>
          <a:xfrm>
            <a:off x="6296498" y="668032"/>
            <a:ext cx="2498413" cy="159384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609E675E-8C24-7CCD-152E-B34AB0227E2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104" t="21785" r="19795" b="21408"/>
          <a:stretch>
            <a:fillRect/>
          </a:stretch>
        </p:blipFill>
        <p:spPr>
          <a:xfrm>
            <a:off x="9394304" y="1429048"/>
            <a:ext cx="2349796" cy="3883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Daniel Perez Garza</cp:lastModifiedBy>
  <cp:revision>13</cp:revision>
  <dcterms:created xsi:type="dcterms:W3CDTF">2024-07-25T14:37:25Z</dcterms:created>
  <dcterms:modified xsi:type="dcterms:W3CDTF">2026-08-26T18:31:53Z</dcterms:modified>
</cp:coreProperties>
</file>