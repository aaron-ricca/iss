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7"/>
  </p:notesMasterIdLst>
  <p:sldIdLst>
    <p:sldId id="256" r:id="rId6"/>
  </p:sldIdLst>
  <p:sldSz cx="18288000" cy="10287000"/>
  <p:notesSz cx="6858000" cy="9144000"/>
  <p:embeddedFontLst>
    <p:embeddedFont>
      <p:font typeface="Aptos Bold" charset="1" panose="020B0004020202020204"/>
      <p:regular r:id="rId10"/>
    </p:embeddedFont>
    <p:embeddedFont>
      <p:font typeface="Aptos" charset="1" panose="020B0004020202020204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jpeg" Type="http://schemas.openxmlformats.org/officeDocument/2006/relationships/image"/><Relationship Id="rId11" Target="../media/image9.jpeg" Type="http://schemas.openxmlformats.org/officeDocument/2006/relationships/image"/><Relationship Id="rId12" Target="../media/image10.jpeg" Type="http://schemas.openxmlformats.org/officeDocument/2006/relationships/image"/><Relationship Id="rId13" Target="../media/image11.png" Type="http://schemas.openxmlformats.org/officeDocument/2006/relationships/image"/><Relationship Id="rId14" Target="../media/image12.sv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4.jpe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050" y="1"/>
            <a:ext cx="18288000" cy="9102433"/>
            <a:chOff x="0" y="0"/>
            <a:chExt cx="24384000" cy="12136577"/>
          </a:xfrm>
        </p:grpSpPr>
        <p:sp>
          <p:nvSpPr>
            <p:cNvPr name="Freeform 3" id="3" descr="Nahaufnahme eines grünen Felds"/>
            <p:cNvSpPr/>
            <p:nvPr/>
          </p:nvSpPr>
          <p:spPr>
            <a:xfrm flipH="false" flipV="false" rot="0">
              <a:off x="0" y="0"/>
              <a:ext cx="24384000" cy="12136628"/>
            </a:xfrm>
            <a:custGeom>
              <a:avLst/>
              <a:gdLst/>
              <a:ahLst/>
              <a:cxnLst/>
              <a:rect r="r" b="b" t="t" l="l"/>
              <a:pathLst>
                <a:path h="1213662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136628"/>
                  </a:lnTo>
                  <a:lnTo>
                    <a:pt x="0" y="121366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5000"/>
              </a:blip>
              <a:stretch>
                <a:fillRect l="0" t="-13013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457" y="7543800"/>
            <a:ext cx="18342188" cy="2743200"/>
          </a:xfrm>
          <a:custGeom>
            <a:avLst/>
            <a:gdLst/>
            <a:ahLst/>
            <a:cxnLst/>
            <a:rect r="r" b="b" t="t" l="l"/>
            <a:pathLst>
              <a:path h="2743200" w="18342188">
                <a:moveTo>
                  <a:pt x="0" y="0"/>
                </a:moveTo>
                <a:lnTo>
                  <a:pt x="18342188" y="0"/>
                </a:lnTo>
                <a:lnTo>
                  <a:pt x="18342188" y="2743200"/>
                </a:lnTo>
                <a:lnTo>
                  <a:pt x="0" y="27432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7471715" y="9223972"/>
            <a:ext cx="4035628" cy="932183"/>
            <a:chOff x="0" y="0"/>
            <a:chExt cx="5380838" cy="12429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380863" cy="1242949"/>
            </a:xfrm>
            <a:custGeom>
              <a:avLst/>
              <a:gdLst/>
              <a:ahLst/>
              <a:cxnLst/>
              <a:rect r="r" b="b" t="t" l="l"/>
              <a:pathLst>
                <a:path h="1242949" w="5380863">
                  <a:moveTo>
                    <a:pt x="0" y="0"/>
                  </a:moveTo>
                  <a:lnTo>
                    <a:pt x="5380863" y="0"/>
                  </a:lnTo>
                  <a:lnTo>
                    <a:pt x="5380863" y="1242949"/>
                  </a:lnTo>
                  <a:lnTo>
                    <a:pt x="0" y="12429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50" t="0" r="-150" b="3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2240444" y="9055551"/>
            <a:ext cx="2714625" cy="885825"/>
          </a:xfrm>
          <a:custGeom>
            <a:avLst/>
            <a:gdLst/>
            <a:ahLst/>
            <a:cxnLst/>
            <a:rect r="r" b="b" t="t" l="l"/>
            <a:pathLst>
              <a:path h="885825" w="2714625">
                <a:moveTo>
                  <a:pt x="0" y="0"/>
                </a:moveTo>
                <a:lnTo>
                  <a:pt x="2714625" y="0"/>
                </a:lnTo>
                <a:lnTo>
                  <a:pt x="2714625" y="885825"/>
                </a:lnTo>
                <a:lnTo>
                  <a:pt x="0" y="88582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5853801" y="8996201"/>
            <a:ext cx="2137801" cy="1243670"/>
            <a:chOff x="0" y="0"/>
            <a:chExt cx="2850401" cy="1658226"/>
          </a:xfrm>
        </p:grpSpPr>
        <p:sp>
          <p:nvSpPr>
            <p:cNvPr name="Freeform 9" id="9" descr="Ein Bild, das Symbol, Grafiken, Schrift, Logo enthält.  KI-generierte Inhalte können fehlerhaft sein."/>
            <p:cNvSpPr/>
            <p:nvPr/>
          </p:nvSpPr>
          <p:spPr>
            <a:xfrm flipH="false" flipV="false" rot="0">
              <a:off x="0" y="0"/>
              <a:ext cx="2850388" cy="1658239"/>
            </a:xfrm>
            <a:custGeom>
              <a:avLst/>
              <a:gdLst/>
              <a:ahLst/>
              <a:cxnLst/>
              <a:rect r="r" b="b" t="t" l="l"/>
              <a:pathLst>
                <a:path h="1658239" w="2850388">
                  <a:moveTo>
                    <a:pt x="0" y="0"/>
                  </a:moveTo>
                  <a:lnTo>
                    <a:pt x="2850388" y="0"/>
                  </a:lnTo>
                  <a:lnTo>
                    <a:pt x="2850388" y="1658239"/>
                  </a:lnTo>
                  <a:lnTo>
                    <a:pt x="0" y="16582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80400" y="7359501"/>
            <a:ext cx="2990412" cy="2873140"/>
            <a:chOff x="0" y="0"/>
            <a:chExt cx="3987216" cy="383085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987165" cy="3830828"/>
            </a:xfrm>
            <a:custGeom>
              <a:avLst/>
              <a:gdLst/>
              <a:ahLst/>
              <a:cxnLst/>
              <a:rect r="r" b="b" t="t" l="l"/>
              <a:pathLst>
                <a:path h="3830828" w="3987165">
                  <a:moveTo>
                    <a:pt x="0" y="0"/>
                  </a:moveTo>
                  <a:lnTo>
                    <a:pt x="3987165" y="0"/>
                  </a:lnTo>
                  <a:lnTo>
                    <a:pt x="3987165" y="3830828"/>
                  </a:lnTo>
                  <a:lnTo>
                    <a:pt x="0" y="38308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-1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489529" y="432225"/>
            <a:ext cx="8502072" cy="3390900"/>
            <a:chOff x="0" y="0"/>
            <a:chExt cx="11336096" cy="4521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336096" cy="4521200"/>
            </a:xfrm>
            <a:custGeom>
              <a:avLst/>
              <a:gdLst/>
              <a:ahLst/>
              <a:cxnLst/>
              <a:rect r="r" b="b" t="t" l="l"/>
              <a:pathLst>
                <a:path h="4521200" w="11336096">
                  <a:moveTo>
                    <a:pt x="0" y="0"/>
                  </a:moveTo>
                  <a:lnTo>
                    <a:pt x="11336096" y="0"/>
                  </a:lnTo>
                  <a:lnTo>
                    <a:pt x="11336096" y="4521200"/>
                  </a:lnTo>
                  <a:lnTo>
                    <a:pt x="0" y="452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6064" r="0" b="-6064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489529" y="4112192"/>
            <a:ext cx="3573195" cy="4683879"/>
            <a:chOff x="0" y="0"/>
            <a:chExt cx="3987216" cy="522659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987165" cy="5226559"/>
            </a:xfrm>
            <a:custGeom>
              <a:avLst/>
              <a:gdLst/>
              <a:ahLst/>
              <a:cxnLst/>
              <a:rect r="r" b="b" t="t" l="l"/>
              <a:pathLst>
                <a:path h="5226559" w="3987165">
                  <a:moveTo>
                    <a:pt x="0" y="0"/>
                  </a:moveTo>
                  <a:lnTo>
                    <a:pt x="3987165" y="0"/>
                  </a:lnTo>
                  <a:lnTo>
                    <a:pt x="3987165" y="5226559"/>
                  </a:lnTo>
                  <a:lnTo>
                    <a:pt x="0" y="5226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17892" r="0" b="-17892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14018265" y="3992366"/>
            <a:ext cx="431160" cy="737025"/>
          </a:xfrm>
          <a:custGeom>
            <a:avLst/>
            <a:gdLst/>
            <a:ahLst/>
            <a:cxnLst/>
            <a:rect r="r" b="b" t="t" l="l"/>
            <a:pathLst>
              <a:path h="737025" w="431160">
                <a:moveTo>
                  <a:pt x="0" y="0"/>
                </a:moveTo>
                <a:lnTo>
                  <a:pt x="431160" y="0"/>
                </a:lnTo>
                <a:lnTo>
                  <a:pt x="431160" y="737025"/>
                </a:lnTo>
                <a:lnTo>
                  <a:pt x="0" y="73702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3879956">
            <a:off x="13321188" y="6095701"/>
            <a:ext cx="431160" cy="737025"/>
          </a:xfrm>
          <a:custGeom>
            <a:avLst/>
            <a:gdLst/>
            <a:ahLst/>
            <a:cxnLst/>
            <a:rect r="r" b="b" t="t" l="l"/>
            <a:pathLst>
              <a:path h="737025" w="431160">
                <a:moveTo>
                  <a:pt x="0" y="0"/>
                </a:moveTo>
                <a:lnTo>
                  <a:pt x="431160" y="0"/>
                </a:lnTo>
                <a:lnTo>
                  <a:pt x="431160" y="737025"/>
                </a:lnTo>
                <a:lnTo>
                  <a:pt x="0" y="73702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252566" y="258566"/>
            <a:ext cx="7872384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REAASIGAN A/L VISHNU PARAMATHMA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52566" y="1534916"/>
            <a:ext cx="7903712" cy="491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University: </a:t>
            </a:r>
            <a:r>
              <a:rPr lang="en-US" sz="27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Universiti Malaysia Pahang Al-Sultan Abdullah</a:t>
            </a:r>
          </a:p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Study program: </a:t>
            </a:r>
            <a:r>
              <a:rPr lang="en-US" sz="27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Mechatronics engineering</a:t>
            </a:r>
          </a:p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Year of study: </a:t>
            </a:r>
            <a:r>
              <a:rPr lang="en-US" sz="27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4</a:t>
            </a:r>
            <a:r>
              <a:rPr lang="en-US" sz="27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th</a:t>
            </a:r>
            <a:r>
              <a:rPr lang="en-US" sz="27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Year</a:t>
            </a:r>
          </a:p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City: </a:t>
            </a:r>
            <a:r>
              <a:rPr lang="en-US" sz="27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Pahang, Malaysia</a:t>
            </a:r>
          </a:p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Motto for life: </a:t>
            </a:r>
            <a:r>
              <a:rPr lang="en-US" sz="27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Go with the flow and never regret your decisions</a:t>
            </a:r>
          </a:p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Hobbies: </a:t>
            </a:r>
            <a:r>
              <a:rPr lang="en-US" sz="27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Hiking, Camping, Fixing Legos &amp; Gundam, Football &amp; gaming.</a:t>
            </a:r>
          </a:p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Your expectations from the summer school: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To learn and create a sustainable future alongside knowing new people and cultures.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449425" y="4112192"/>
            <a:ext cx="3542176" cy="878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Location where I study,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and where I live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762604" y="9410119"/>
            <a:ext cx="3317310" cy="601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Karlsruhe</a:t>
            </a:r>
          </a:p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31 August to 11 September 2026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962086" y="6259426"/>
            <a:ext cx="1451015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This is 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DAHTw47Vg2o</dc:identifier>
  <dcterms:modified xsi:type="dcterms:W3CDTF">2011-08-01T06:04:30Z</dcterms:modified>
  <cp:revision>1</cp:revision>
  <dc:title>REAASIGAN.pptx</dc:title>
</cp:coreProperties>
</file>