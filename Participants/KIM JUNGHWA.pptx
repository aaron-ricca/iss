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882" y="261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BA8766-FC21-AE7F-F2C6-3B4FC2E8B32F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7.png"/><Relationship Id="rId4" Type="http://schemas.openxmlformats.org/officeDocument/2006/relationships/image" Target="../media/image2.jp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Bildplatzhalter 4" descr="Nahaufnahme eines grünen Felds"/>
          <p:cNvPicPr>
            <a:picLocks noChangeAspect="1"/>
          </p:cNvPicPr>
          <p:nvPr/>
        </p:nvPicPr>
        <p:blipFill>
          <a:blip r:embed="rId3">
            <a:alphaModFix amt="35000"/>
          </a:blip>
          <a:srcRect t="11515"/>
          <a:stretch/>
        </p:blipFill>
        <p:spPr bwMode="auto">
          <a:xfrm>
            <a:off x="-1" y="1"/>
            <a:ext cx="12192000" cy="6068290"/>
          </a:xfrm>
          <a:prstGeom prst="rect">
            <a:avLst/>
          </a:prstGeom>
        </p:spPr>
      </p:pic>
      <p:grpSp>
        <p:nvGrpSpPr>
          <p:cNvPr id="11" name="Group 10"/>
          <p:cNvGrpSpPr>
            <a:grpSpLocks noGrp="1" noUngrp="1" noRot="1" noChangeAspect="1" noMove="1" noResize="1"/>
          </p:cNvGrpSpPr>
          <p:nvPr/>
        </p:nvGrpSpPr>
        <p:grpSpPr bwMode="auto"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/>
            <p:cNvSpPr/>
            <p:nvPr/>
          </p:nvSpPr>
          <p:spPr bwMode="auto"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 extrusionOk="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 bwMode="auto"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 extrusionOk="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 extrusionOk="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/>
            <p:cNvSpPr/>
            <p:nvPr/>
          </p:nvSpPr>
          <p:spPr bwMode="auto"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 extrusionOk="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8" name="Textfeld 17"/>
          <p:cNvSpPr txBox="1"/>
          <p:nvPr/>
        </p:nvSpPr>
        <p:spPr bwMode="auto">
          <a:xfrm>
            <a:off x="343479" y="266489"/>
            <a:ext cx="2605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 sz="2800" b="1" dirty="0"/>
              <a:t>KIM JUNGHWA</a:t>
            </a:r>
            <a:endParaRPr dirty="0"/>
          </a:p>
        </p:txBody>
      </p:sp>
      <p:sp>
        <p:nvSpPr>
          <p:cNvPr id="22" name="Textfeld 21"/>
          <p:cNvSpPr txBox="1"/>
          <p:nvPr/>
        </p:nvSpPr>
        <p:spPr bwMode="auto">
          <a:xfrm>
            <a:off x="375146" y="902971"/>
            <a:ext cx="4848862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b="1" dirty="0"/>
              <a:t>Study program: </a:t>
            </a:r>
            <a:r>
              <a:rPr lang="en-US" dirty="0"/>
              <a:t>Social Development Practice (MSc) and Cultural Anthropology (BA)</a:t>
            </a:r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Year of study: </a:t>
            </a:r>
            <a:r>
              <a:rPr lang="en-US" dirty="0"/>
              <a:t>Graduate</a:t>
            </a:r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Motto for life: </a:t>
            </a:r>
            <a:r>
              <a:rPr lang="el-GR" dirty="0"/>
              <a:t>πάθει μάθος (</a:t>
            </a:r>
            <a:r>
              <a:rPr lang="en-US" dirty="0" err="1"/>
              <a:t>pathei-mathos</a:t>
            </a:r>
            <a:r>
              <a:rPr lang="en-US" dirty="0"/>
              <a:t>) - wisdom arises from (personal) suffering and that personal experience is the genesis of true learning</a:t>
            </a:r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Hobbies: </a:t>
            </a:r>
            <a:r>
              <a:rPr lang="en-US" dirty="0"/>
              <a:t>Freediving, Travelling, Journalling, Yoga</a:t>
            </a:r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Your expectations from the summer school: </a:t>
            </a:r>
            <a:r>
              <a:rPr lang="en-US" dirty="0"/>
              <a:t>Rediscover both the joy and struggles that come with learning</a:t>
            </a:r>
            <a:endParaRPr dirty="0"/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981142" y="6149315"/>
            <a:ext cx="2690418" cy="621453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8160294" y="6037037"/>
            <a:ext cx="1809750" cy="590549"/>
          </a:xfrm>
          <a:prstGeom prst="rect">
            <a:avLst/>
          </a:prstGeom>
        </p:spPr>
      </p:pic>
      <p:pic>
        <p:nvPicPr>
          <p:cNvPr id="28" name="Grafik 27" descr="Ein Bild, das Symbol, Grafiken, Schrift, Logo enthält.&#10;&#10;KI-generierte Inhalte können fehlerhaft sein.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10569202" y="5997466"/>
            <a:ext cx="1425203" cy="82911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-609" y="4728902"/>
            <a:ext cx="2218681" cy="2131674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</a:ln>
          <a:effectLst>
            <a:softEdge rad="63500"/>
          </a:effectLst>
        </p:spPr>
      </p:pic>
      <p:sp>
        <p:nvSpPr>
          <p:cNvPr id="32" name="Textfeld 31"/>
          <p:cNvSpPr txBox="1"/>
          <p:nvPr/>
        </p:nvSpPr>
        <p:spPr bwMode="auto"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de-DE" sz="1200"/>
              <a:t>Karlsruhe</a:t>
            </a:r>
            <a:endParaRPr/>
          </a:p>
          <a:p>
            <a:pPr algn="ctr">
              <a:defRPr/>
            </a:pPr>
            <a:r>
              <a:rPr lang="de-DE" sz="1200"/>
              <a:t>31 August to 11 September 2026</a:t>
            </a:r>
            <a:endParaRPr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0749398-106D-781B-5B88-90E249EE8E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l="8080" t="41789"/>
          <a:stretch>
            <a:fillRect/>
          </a:stretch>
        </p:blipFill>
        <p:spPr>
          <a:xfrm rot="16200000">
            <a:off x="6223664" y="-750823"/>
            <a:ext cx="4940404" cy="6764789"/>
          </a:xfrm>
          <a:prstGeom prst="rect">
            <a:avLst/>
          </a:prstGeom>
        </p:spPr>
      </p:pic>
      <p:sp>
        <p:nvSpPr>
          <p:cNvPr id="27" name="Textfeld 26"/>
          <p:cNvSpPr txBox="1"/>
          <p:nvPr/>
        </p:nvSpPr>
        <p:spPr bwMode="auto">
          <a:xfrm>
            <a:off x="8395303" y="4219446"/>
            <a:ext cx="3883855" cy="367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bg1"/>
                </a:solidFill>
              </a:rPr>
              <a:t>Where I have lived and worked 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CF75856-1DDA-C1F9-09F8-857B3CB25AD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2909" t="-275" r="6572" b="275"/>
          <a:stretch>
            <a:fillRect/>
          </a:stretch>
        </p:blipFill>
        <p:spPr>
          <a:xfrm>
            <a:off x="10122691" y="300010"/>
            <a:ext cx="1839907" cy="27633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89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hawa JunghwaKIM</cp:lastModifiedBy>
  <cp:revision>13</cp:revision>
  <dcterms:created xsi:type="dcterms:W3CDTF">2024-07-25T14:37:25Z</dcterms:created>
  <dcterms:modified xsi:type="dcterms:W3CDTF">2026-08-30T21:07:38Z</dcterms:modified>
</cp:coreProperties>
</file>