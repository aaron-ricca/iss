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9" d="100"/>
          <a:sy n="129" d="100"/>
        </p:scale>
        <p:origin x="197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D2217D-221E-97A1-1223-492C8751C42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org&amp;utm_campaign=index&amp;utm_content=thumbnail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org&amp;utm_campaign=index&amp;utm_content=thumbnail"/><Relationship Id="rId4" Type="http://schemas.openxmlformats.org/officeDocument/2006/relationships/image" Target="../media/image2.jp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tretch/>
        </p:blipFill>
        <p:spPr bwMode="auto">
          <a:xfrm>
            <a:off x="0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sp>
        <p:nvSpPr>
          <p:cNvPr id="18" name="Textfeld 17"/>
          <p:cNvSpPr txBox="1"/>
          <p:nvPr/>
        </p:nvSpPr>
        <p:spPr bwMode="auto">
          <a:xfrm>
            <a:off x="774087" y="257673"/>
            <a:ext cx="2696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/>
              <a:t>Philipp Batliner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391061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/>
              <a:t>Eastern Switzerland University of Applied Sciences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de-CH" dirty="0" err="1"/>
              <a:t>Spatial</a:t>
            </a:r>
            <a:r>
              <a:rPr lang="de-CH" dirty="0"/>
              <a:t> </a:t>
            </a:r>
            <a:r>
              <a:rPr lang="de-CH" dirty="0" err="1"/>
              <a:t>planning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de-CH" dirty="0"/>
              <a:t>4 </a:t>
            </a:r>
            <a:r>
              <a:rPr lang="de-CH" dirty="0" err="1"/>
              <a:t>years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en-US" dirty="0" err="1"/>
              <a:t>Rapperswil</a:t>
            </a:r>
            <a:r>
              <a:rPr lang="en-US" dirty="0"/>
              <a:t>, Switzerland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de-LI" dirty="0"/>
              <a:t>Bring </a:t>
            </a:r>
            <a:r>
              <a:rPr lang="de-LI" dirty="0" err="1"/>
              <a:t>your</a:t>
            </a:r>
            <a:r>
              <a:rPr lang="de-LI" dirty="0"/>
              <a:t> </a:t>
            </a:r>
            <a:r>
              <a:rPr lang="de-LI" dirty="0" err="1"/>
              <a:t>ideas</a:t>
            </a:r>
            <a:r>
              <a:rPr lang="de-LI" dirty="0"/>
              <a:t> to </a:t>
            </a:r>
            <a:r>
              <a:rPr lang="de-LI" dirty="0" err="1"/>
              <a:t>life</a:t>
            </a:r>
            <a:endParaRPr lang="de-LI"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</a:t>
            </a:r>
            <a:r>
              <a:rPr lang="de-CH" dirty="0"/>
              <a:t> </a:t>
            </a:r>
            <a:r>
              <a:rPr lang="de-CH" dirty="0" err="1"/>
              <a:t>hiking</a:t>
            </a:r>
            <a:r>
              <a:rPr lang="de-CH" dirty="0"/>
              <a:t>, </a:t>
            </a:r>
            <a:r>
              <a:rPr lang="de-CH" dirty="0" err="1"/>
              <a:t>tennis</a:t>
            </a:r>
            <a:r>
              <a:rPr lang="de-CH" dirty="0"/>
              <a:t>, golf, </a:t>
            </a:r>
            <a:r>
              <a:rPr lang="de-CH" dirty="0" err="1"/>
              <a:t>skiing</a:t>
            </a:r>
            <a:r>
              <a:rPr lang="de-CH" dirty="0"/>
              <a:t>, spending time </a:t>
            </a:r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family</a:t>
            </a:r>
            <a:r>
              <a:rPr lang="de-CH" dirty="0"/>
              <a:t> and </a:t>
            </a:r>
            <a:r>
              <a:rPr lang="de-CH" dirty="0" err="1"/>
              <a:t>friends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dirty="0"/>
              <a:t>Learn how to shape this world into a better place</a:t>
            </a:r>
            <a:endParaRPr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118730" y="6126582"/>
            <a:ext cx="1809750" cy="590549"/>
          </a:xfrm>
          <a:prstGeom prst="rect">
            <a:avLst/>
          </a:prstGeom>
        </p:spPr>
      </p:pic>
      <p:pic>
        <p:nvPicPr>
          <p:cNvPr id="3" name="Grafik 2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17" name="Textfeld 16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5" name="Picture 4" descr="Liechtenstein - Wikipedia">
            <a:extLst>
              <a:ext uri="{FF2B5EF4-FFF2-40B4-BE49-F238E27FC236}">
                <a16:creationId xmlns:a16="http://schemas.microsoft.com/office/drawing/2014/main" id="{ECDD16D5-63DF-CC76-8DBB-41CD7BBE5E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6498" y="789709"/>
            <a:ext cx="2443716" cy="14662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59B702-E64B-E9FC-03CE-070DBC5E78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32"/>
          <a:stretch>
            <a:fillRect/>
          </a:stretch>
        </p:blipFill>
        <p:spPr>
          <a:xfrm>
            <a:off x="9540265" y="1930997"/>
            <a:ext cx="1796193" cy="186807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6" name="Picture 25" descr="File:Flag of Switzerland.svg - Wikimedia Commons">
            <a:extLst>
              <a:ext uri="{FF2B5EF4-FFF2-40B4-BE49-F238E27FC236}">
                <a16:creationId xmlns:a16="http://schemas.microsoft.com/office/drawing/2014/main" id="{C0D5E56E-292F-DAB9-3A29-3399FA9153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0888" y="3882620"/>
            <a:ext cx="1974936" cy="197493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96C589A-6C94-8913-B70D-0A883717636B}"/>
              </a:ext>
            </a:extLst>
          </p:cNvPr>
          <p:cNvSpPr txBox="1"/>
          <p:nvPr/>
        </p:nvSpPr>
        <p:spPr>
          <a:xfrm>
            <a:off x="6296498" y="2586903"/>
            <a:ext cx="234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 work and live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713B72-7CD5-C1DE-CEDA-C1530DE41D24}"/>
              </a:ext>
            </a:extLst>
          </p:cNvPr>
          <p:cNvSpPr txBox="1"/>
          <p:nvPr/>
        </p:nvSpPr>
        <p:spPr bwMode="auto">
          <a:xfrm>
            <a:off x="6296498" y="3154089"/>
            <a:ext cx="234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 study and live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D05150C-747A-0830-A228-45417272C23B}"/>
              </a:ext>
            </a:extLst>
          </p:cNvPr>
          <p:cNvSpPr/>
          <p:nvPr/>
        </p:nvSpPr>
        <p:spPr>
          <a:xfrm rot="16200000">
            <a:off x="7366716" y="2344229"/>
            <a:ext cx="209359" cy="2191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0F1EDCB5-7649-A844-16BE-E9F9D0894651}"/>
              </a:ext>
            </a:extLst>
          </p:cNvPr>
          <p:cNvSpPr/>
          <p:nvPr/>
        </p:nvSpPr>
        <p:spPr bwMode="auto">
          <a:xfrm rot="5400000">
            <a:off x="7366716" y="3584827"/>
            <a:ext cx="209359" cy="2191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Breitbild</PresentationFormat>
  <Paragraphs>14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Philipp Batliner</cp:lastModifiedBy>
  <cp:revision>12</cp:revision>
  <dcterms:created xsi:type="dcterms:W3CDTF">2024-07-25T14:37:25Z</dcterms:created>
  <dcterms:modified xsi:type="dcterms:W3CDTF">2026-08-29T15:54:15Z</dcterms:modified>
</cp:coreProperties>
</file>