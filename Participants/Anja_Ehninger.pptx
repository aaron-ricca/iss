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54" dt="2026-08-30T12:23:56.583"/>
    <p1510:client id="{3CEB7394-4932-9C54-8399-3E8C20E42A6C}" v="103" dt="2026-08-30T12:35:34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52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5803CC8-AEC0-87E7-9AD7-FEE99EE890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0316075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426" imgH="426" progId="TCLayout.ActiveDocument.1">
                  <p:embed/>
                </p:oleObj>
              </mc:Choice>
              <mc:Fallback>
                <p:oleObj name="think-cell Folie" r:id="rId14" imgW="426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803CC8-AEC0-87E7-9AD7-FEE99EE890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hink-cell data - do not delete" hidden="1">
            <a:extLst>
              <a:ext uri="{FF2B5EF4-FFF2-40B4-BE49-F238E27FC236}">
                <a16:creationId xmlns:a16="http://schemas.microsoft.com/office/drawing/2014/main" id="{71BEEE74-1E55-E37B-630E-A4A0D2F0E0A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65201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6" imgH="426" progId="TCLayout.ActiveDocument.1">
                  <p:embed/>
                </p:oleObj>
              </mc:Choice>
              <mc:Fallback>
                <p:oleObj name="think-cell Folie" r:id="rId3" imgW="426" imgH="426" progId="TCLayout.ActiveDocument.1">
                  <p:embed/>
                  <p:pic>
                    <p:nvPicPr>
                      <p:cNvPr id="3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1BEEE74-1E55-E37B-630E-A4A0D2F0E0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Wave 1"/>
          <p:cNvSpPr/>
          <p:nvPr/>
        </p:nvSpPr>
        <p:spPr>
          <a:xfrm rot="10800000">
            <a:off x="0" y="5989320"/>
            <a:ext cx="12188952" cy="868680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Wave 2"/>
          <p:cNvSpPr/>
          <p:nvPr/>
        </p:nvSpPr>
        <p:spPr>
          <a:xfrm rot="10800000">
            <a:off x="0" y="5715000"/>
            <a:ext cx="12188952" cy="411480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7818" y="905256"/>
            <a:ext cx="2043445" cy="4770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500" b="1" dirty="0">
                <a:solidFill>
                  <a:srgbClr val="1C2323"/>
                </a:solidFill>
                <a:latin typeface="Aptos Display"/>
              </a:rPr>
              <a:t>Anja </a:t>
            </a:r>
            <a:r>
              <a:rPr lang="en-US" sz="2500" b="1" dirty="0" err="1">
                <a:solidFill>
                  <a:srgbClr val="1C2323"/>
                </a:solidFill>
                <a:latin typeface="Aptos Display"/>
              </a:rPr>
              <a:t>Ehninger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7818" y="1636776"/>
            <a:ext cx="461985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C2323"/>
                </a:solidFill>
                <a:latin typeface="Aptos"/>
              </a:rPr>
              <a:t>University: 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Eastern Switzerland University of Applied Sciences</a:t>
            </a:r>
            <a:endParaRPr sz="1300" dirty="0">
              <a:solidFill>
                <a:srgbClr val="1C232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7818" y="2029967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C2323"/>
                </a:solidFill>
                <a:latin typeface="Aptos"/>
              </a:rPr>
              <a:t>Study program: </a:t>
            </a:r>
            <a:r>
              <a:rPr sz="1300" dirty="0">
                <a:solidFill>
                  <a:srgbClr val="1C2323"/>
                </a:solidFill>
                <a:latin typeface="Aptos"/>
              </a:rPr>
              <a:t>BSc Mechanical Engineering |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7818" y="2423159"/>
            <a:ext cx="2034275" cy="29238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300" b="1" dirty="0">
                <a:solidFill>
                  <a:srgbClr val="1C2323"/>
                </a:solidFill>
                <a:latin typeface="Aptos"/>
              </a:rPr>
              <a:t>Year of study: </a:t>
            </a:r>
            <a:r>
              <a:rPr lang="en-US" sz="1300">
                <a:solidFill>
                  <a:srgbClr val="1C2323"/>
                </a:solidFill>
                <a:latin typeface="Aptos"/>
              </a:rPr>
              <a:t>2024–2028</a:t>
            </a:r>
            <a:endParaRPr sz="1300">
              <a:solidFill>
                <a:srgbClr val="1C232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7818" y="2816352"/>
            <a:ext cx="2295821" cy="29238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300" b="1" dirty="0">
                <a:solidFill>
                  <a:srgbClr val="1C2323"/>
                </a:solidFill>
                <a:latin typeface="Aptos"/>
              </a:rPr>
              <a:t>City: </a:t>
            </a:r>
            <a:r>
              <a:rPr lang="en-US" sz="1300" dirty="0" err="1">
                <a:solidFill>
                  <a:srgbClr val="1C2323"/>
                </a:solidFill>
                <a:latin typeface="Aptos"/>
              </a:rPr>
              <a:t>Rappersw</a:t>
            </a:r>
            <a:r>
              <a:rPr lang="en-US" sz="1300" dirty="0">
                <a:solidFill>
                  <a:srgbClr val="1C2323"/>
                </a:solidFill>
                <a:latin typeface="Aptos"/>
              </a:rPr>
              <a:t>il</a:t>
            </a:r>
            <a:r>
              <a:rPr sz="1300" dirty="0">
                <a:solidFill>
                  <a:srgbClr val="1C2323"/>
                </a:solidFill>
                <a:latin typeface="Aptos"/>
              </a:rPr>
              <a:t>, Switzerland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818" y="3209544"/>
            <a:ext cx="4040209" cy="29238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300" b="1" dirty="0">
                <a:solidFill>
                  <a:srgbClr val="1C2323"/>
                </a:solidFill>
                <a:latin typeface="Aptos"/>
              </a:rPr>
              <a:t>Motto for life: </a:t>
            </a:r>
            <a:r>
              <a:rPr lang="en-US" sz="1300">
                <a:solidFill>
                  <a:srgbClr val="1C2323"/>
                </a:solidFill>
                <a:latin typeface="Aptos"/>
              </a:rPr>
              <a:t>Respect existence or expect resistance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818" y="3602736"/>
            <a:ext cx="5309723" cy="29238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300" b="1" dirty="0">
                <a:solidFill>
                  <a:srgbClr val="1C2323"/>
                </a:solidFill>
                <a:latin typeface="Aptos"/>
              </a:rPr>
              <a:t>Hobbies: </a:t>
            </a:r>
            <a:r>
              <a:rPr lang="en-US" sz="1300" dirty="0" err="1">
                <a:solidFill>
                  <a:srgbClr val="1C2323"/>
                </a:solidFill>
                <a:latin typeface="Aptos"/>
              </a:rPr>
              <a:t>KungFu</a:t>
            </a:r>
            <a:r>
              <a:rPr lang="en-US" sz="1300" dirty="0">
                <a:solidFill>
                  <a:srgbClr val="1C2323"/>
                </a:solidFill>
                <a:latin typeface="Aptos"/>
              </a:rPr>
              <a:t>, Reading, Writing, DnD, Viola, the odd creative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818" y="4087368"/>
            <a:ext cx="516636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300" b="1" dirty="0">
                <a:solidFill>
                  <a:srgbClr val="1C2323"/>
                </a:solidFill>
                <a:latin typeface="Aptos"/>
              </a:rPr>
              <a:t>Your expectations from the summer school:</a:t>
            </a:r>
            <a:r>
              <a:rPr lang="en-US" sz="1300" b="1" dirty="0">
                <a:solidFill>
                  <a:srgbClr val="1C2323"/>
                </a:solidFill>
                <a:latin typeface="Aptos"/>
              </a:rPr>
              <a:t> </a:t>
            </a:r>
            <a:r>
              <a:rPr lang="en-US" sz="1300" dirty="0">
                <a:solidFill>
                  <a:srgbClr val="1C2323"/>
                </a:solidFill>
                <a:latin typeface="Aptos"/>
              </a:rPr>
              <a:t>Constructive </a:t>
            </a:r>
            <a:r>
              <a:rPr lang="en-US" sz="1300">
                <a:solidFill>
                  <a:srgbClr val="1C2323"/>
                </a:solidFill>
                <a:latin typeface="Aptos"/>
              </a:rPr>
              <a:t>discussions on environmental</a:t>
            </a:r>
            <a:r>
              <a:rPr lang="en-US" sz="1300" dirty="0">
                <a:solidFill>
                  <a:srgbClr val="1C2323"/>
                </a:solidFill>
                <a:latin typeface="Aptos"/>
              </a:rPr>
              <a:t> protection and a fairer future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2362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64646"/>
                </a:solidFill>
                <a:latin typeface="Aptos"/>
              </a:defRPr>
            </a:pPr>
            <a:r>
              <a:t>International Summer School  •  Engineering | Innovation  •  OST – Eastern Switzerland University of Applied Sciences</a:t>
            </a: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51907936-51EE-A5DF-37A9-4134FB461E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86" r="5486"/>
          <a:stretch>
            <a:fillRect/>
          </a:stretch>
        </p:blipFill>
        <p:spPr>
          <a:xfrm>
            <a:off x="9342814" y="994302"/>
            <a:ext cx="2178626" cy="3348536"/>
          </a:xfrm>
          <a:prstGeom prst="round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61C2E88-3499-52D7-5C5A-0D09F99870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8994" y="2853464"/>
            <a:ext cx="1319509" cy="1278726"/>
          </a:xfrm>
          <a:prstGeom prst="rect">
            <a:avLst/>
          </a:prstGeom>
        </p:spPr>
      </p:pic>
      <p:pic>
        <p:nvPicPr>
          <p:cNvPr id="14" name="Graphic 13" descr="Wales - Wikipedia">
            <a:extLst>
              <a:ext uri="{FF2B5EF4-FFF2-40B4-BE49-F238E27FC236}">
                <a16:creationId xmlns:a16="http://schemas.microsoft.com/office/drawing/2014/main" id="{328D682F-9077-4004-6C08-1298FCC1E2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46800" y="1456941"/>
            <a:ext cx="2136184" cy="12858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FB3D15B-53F3-871D-A8A6-220647BEA805}"/>
              </a:ext>
            </a:extLst>
          </p:cNvPr>
          <p:cNvSpPr txBox="1"/>
          <p:nvPr/>
        </p:nvSpPr>
        <p:spPr>
          <a:xfrm>
            <a:off x="6854985" y="999341"/>
            <a:ext cx="1710725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>
                <a:ea typeface="Calibri"/>
                <a:cs typeface="Calibri"/>
              </a:rPr>
              <a:t>Where I grew up: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Reto Balsiger</cp:lastModifiedBy>
  <cp:revision>95</cp:revision>
  <dcterms:created xsi:type="dcterms:W3CDTF">2013-01-27T09:14:16Z</dcterms:created>
  <dcterms:modified xsi:type="dcterms:W3CDTF">2026-08-30T12:35:36Z</dcterms:modified>
  <cp:category/>
</cp:coreProperties>
</file>