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92"/>
  </p:normalViewPr>
  <p:slideViewPr>
    <p:cSldViewPr snapToGrid="0">
      <p:cViewPr>
        <p:scale>
          <a:sx n="84" d="100"/>
          <a:sy n="84" d="100"/>
        </p:scale>
        <p:origin x="336" y="65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7F7CD4-22A7-5158-9E04-B15023CF0DB3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" name="Bildplatzhalter 4" descr="Nahaufnahme eines grünen Felds"/>
          <p:cNvPicPr>
            <a:picLocks noChangeAspect="1"/>
          </p:cNvPicPr>
          <p:nvPr/>
        </p:nvPicPr>
        <p:blipFill>
          <a:blip r:embed="rId3">
            <a:alphaModFix amt="35000"/>
          </a:blip>
          <a:srcRect t="11515"/>
          <a:stretch/>
        </p:blipFill>
        <p:spPr bwMode="auto">
          <a:xfrm>
            <a:off x="-1" y="1"/>
            <a:ext cx="12192000" cy="6068290"/>
          </a:xfrm>
          <a:prstGeom prst="rect">
            <a:avLst/>
          </a:prstGeom>
        </p:spPr>
      </p:pic>
      <p:grpSp>
        <p:nvGrpSpPr>
          <p:cNvPr id="11" name="Group 10"/>
          <p:cNvGrpSpPr>
            <a:grpSpLocks noGrp="1" noUngrp="1" noRot="1" noChangeAspect="1" noMove="1" noResize="1"/>
          </p:cNvGrpSpPr>
          <p:nvPr/>
        </p:nvGrpSpPr>
        <p:grpSpPr bwMode="auto"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/>
            <p:cNvSpPr/>
            <p:nvPr/>
          </p:nvSpPr>
          <p:spPr bwMode="auto"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 extrusionOk="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 bwMode="auto"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 extrusionOk="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 bwMode="auto"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 extrusionOk="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/>
            <p:cNvSpPr/>
            <p:nvPr/>
          </p:nvSpPr>
          <p:spPr bwMode="auto"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 extrusionOk="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8" name="Textfeld 17"/>
          <p:cNvSpPr txBox="1"/>
          <p:nvPr/>
        </p:nvSpPr>
        <p:spPr bwMode="auto">
          <a:xfrm>
            <a:off x="774087" y="257673"/>
            <a:ext cx="2114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 sz="2800" b="1" dirty="0"/>
              <a:t>Marco Bach</a:t>
            </a:r>
            <a:endParaRPr dirty="0"/>
          </a:p>
        </p:txBody>
      </p:sp>
      <p:sp>
        <p:nvSpPr>
          <p:cNvPr id="22" name="Textfeld 21"/>
          <p:cNvSpPr txBox="1"/>
          <p:nvPr/>
        </p:nvSpPr>
        <p:spPr bwMode="auto">
          <a:xfrm>
            <a:off x="774087" y="953666"/>
            <a:ext cx="5391061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b="1" dirty="0"/>
              <a:t>University: </a:t>
            </a:r>
            <a:r>
              <a:rPr lang="en-US" dirty="0"/>
              <a:t>Karlsruhe University of Applied Sciences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Study program: </a:t>
            </a:r>
            <a:r>
              <a:rPr lang="en-US" dirty="0"/>
              <a:t>Mechanical Engineering - Bachelor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Year of study: </a:t>
            </a:r>
            <a:r>
              <a:rPr lang="en-US" dirty="0"/>
              <a:t> 3 year 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City: </a:t>
            </a:r>
            <a:r>
              <a:rPr lang="en-US" dirty="0"/>
              <a:t>Karlsruhe, Germany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Motto for life: </a:t>
            </a:r>
            <a:r>
              <a:rPr lang="en-US" dirty="0"/>
              <a:t>Just go with the flow and enjoy life</a:t>
            </a:r>
            <a:r>
              <a:rPr lang="de-DE" dirty="0"/>
              <a:t> </a:t>
            </a:r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Hobbies: </a:t>
            </a:r>
            <a:r>
              <a:rPr lang="en-US" dirty="0"/>
              <a:t>Hiking, weight training, jogging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Your expectations from the summer school: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dirty="0"/>
              <a:t>Learn exciting and up-to-date things about sustainability and the environment</a:t>
            </a:r>
            <a:endParaRPr dirty="0"/>
          </a:p>
        </p:txBody>
      </p:sp>
      <p:pic>
        <p:nvPicPr>
          <p:cNvPr id="23" name="Grafik 22"/>
          <p:cNvPicPr>
            <a:picLocks noChangeAspect="1"/>
          </p:cNvPicPr>
          <p:nvPr/>
        </p:nvPicPr>
        <p:blipFill>
          <a:blip r:embed="rId4"/>
          <a:srcRect t="23509"/>
          <a:stretch/>
        </p:blipFill>
        <p:spPr bwMode="auto">
          <a:xfrm>
            <a:off x="6531821" y="1461582"/>
            <a:ext cx="2269439" cy="200177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</p:spPr>
      </p:pic>
      <p:sp>
        <p:nvSpPr>
          <p:cNvPr id="25" name="Ellipse 24"/>
          <p:cNvSpPr/>
          <p:nvPr/>
        </p:nvSpPr>
        <p:spPr bwMode="auto">
          <a:xfrm>
            <a:off x="7300479" y="2635900"/>
            <a:ext cx="72000" cy="72000"/>
          </a:xfrm>
          <a:prstGeom prst="ellipse">
            <a:avLst/>
          </a:prstGeom>
          <a:solidFill>
            <a:srgbClr val="D72204"/>
          </a:solidFill>
          <a:ln>
            <a:solidFill>
              <a:srgbClr val="D722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7" name="Textfeld 26"/>
          <p:cNvSpPr txBox="1"/>
          <p:nvPr/>
        </p:nvSpPr>
        <p:spPr bwMode="auto">
          <a:xfrm>
            <a:off x="6160360" y="3614684"/>
            <a:ext cx="30123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dirty="0"/>
              <a:t>Location where I study, work</a:t>
            </a:r>
            <a:endParaRPr dirty="0"/>
          </a:p>
          <a:p>
            <a:pPr>
              <a:defRPr/>
            </a:pPr>
            <a:r>
              <a:rPr lang="en-US" dirty="0"/>
              <a:t>live</a:t>
            </a:r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4981142" y="6149315"/>
            <a:ext cx="2690418" cy="621453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 bwMode="auto">
          <a:xfrm>
            <a:off x="8160294" y="6037037"/>
            <a:ext cx="1809750" cy="590549"/>
          </a:xfrm>
          <a:prstGeom prst="rect">
            <a:avLst/>
          </a:prstGeom>
        </p:spPr>
      </p:pic>
      <p:pic>
        <p:nvPicPr>
          <p:cNvPr id="28" name="Grafik 27" descr="Ein Bild, das Symbol, Grafiken, Schrift, Logo enthält.&#10;&#10;KI-generierte Inhalte können fehlerhaft sein.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10569202" y="5997466"/>
            <a:ext cx="1425203" cy="82911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-609" y="4728902"/>
            <a:ext cx="2218681" cy="2131674"/>
          </a:xfrm>
          <a:custGeom>
            <a:avLst/>
            <a:gdLst>
              <a:gd name="csX0" fmla="*/ 0 w 2218681"/>
              <a:gd name="csY0" fmla="*/ 0 h 2131674"/>
              <a:gd name="csX1" fmla="*/ 2218681 w 2218681"/>
              <a:gd name="csY1" fmla="*/ 0 h 2131674"/>
              <a:gd name="csX2" fmla="*/ 2218681 w 2218681"/>
              <a:gd name="csY2" fmla="*/ 2131674 h 2131674"/>
              <a:gd name="csX3" fmla="*/ 0 w 2218681"/>
              <a:gd name="csY3" fmla="*/ 2131674 h 2131674"/>
              <a:gd name="csX4" fmla="*/ 0 w 2218681"/>
              <a:gd name="csY4" fmla="*/ 0 h 213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</a:ln>
          <a:effectLst>
            <a:softEdge rad="63500"/>
          </a:effectLst>
        </p:spPr>
      </p:pic>
      <p:sp>
        <p:nvSpPr>
          <p:cNvPr id="32" name="Textfeld 31"/>
          <p:cNvSpPr txBox="1"/>
          <p:nvPr/>
        </p:nvSpPr>
        <p:spPr bwMode="auto">
          <a:xfrm>
            <a:off x="2447444" y="6242932"/>
            <a:ext cx="2333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de-DE" sz="1200"/>
              <a:t>Karlsruhe</a:t>
            </a:r>
            <a:endParaRPr/>
          </a:p>
          <a:p>
            <a:pPr algn="ctr">
              <a:defRPr/>
            </a:pPr>
            <a:r>
              <a:rPr lang="de-DE" sz="1200"/>
              <a:t>31 August to 11 September 2026</a:t>
            </a:r>
            <a:endParaRPr/>
          </a:p>
        </p:txBody>
      </p:sp>
      <p:pic>
        <p:nvPicPr>
          <p:cNvPr id="3" name="Grafik 2" descr="Ein Bild, das Person, Kleidung, draußen, Menschliches Gesicht enthält.&#10;&#10;KI-generierte Inhalte können fehlerhaft sein.">
            <a:extLst>
              <a:ext uri="{FF2B5EF4-FFF2-40B4-BE49-F238E27FC236}">
                <a16:creationId xmlns:a16="http://schemas.microsoft.com/office/drawing/2014/main" id="{F1F6D1DB-E90B-41F1-AC4C-731F41EBA1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933" y="1109934"/>
            <a:ext cx="2787872" cy="31239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</Words>
  <Application>Microsoft Macintosh PowerPoint</Application>
  <PresentationFormat>Breitbild</PresentationFormat>
  <Paragraphs>14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Kauffeld</dc:creator>
  <cp:lastModifiedBy>Marco Bach</cp:lastModifiedBy>
  <cp:revision>12</cp:revision>
  <dcterms:created xsi:type="dcterms:W3CDTF">2024-07-25T14:37:25Z</dcterms:created>
  <dcterms:modified xsi:type="dcterms:W3CDTF">2026-08-30T22:37:01Z</dcterms:modified>
</cp:coreProperties>
</file>