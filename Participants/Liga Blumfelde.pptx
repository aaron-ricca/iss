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C69C5D-2231-51E0-5F49-2C5ADC72C80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26.08.2026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57673"/>
            <a:ext cx="2614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lv-LV" sz="2800" b="1" dirty="0"/>
              <a:t>Līga Blumfelde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lv-LV" dirty="0"/>
              <a:t>University of Latvia, Riga Technical Univeristy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lv-LV" dirty="0"/>
              <a:t>Biotechnology and</a:t>
            </a:r>
            <a:r>
              <a:rPr lang="en-US" dirty="0"/>
              <a:t> </a:t>
            </a:r>
            <a:r>
              <a:rPr lang="lv-LV" dirty="0"/>
              <a:t>Bioe</a:t>
            </a:r>
            <a:r>
              <a:rPr lang="en-US" dirty="0" err="1"/>
              <a:t>ngineering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lv-LV" dirty="0"/>
              <a:t>3rd </a:t>
            </a:r>
            <a:r>
              <a:rPr lang="en-US" dirty="0"/>
              <a:t>semester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lv-LV" dirty="0"/>
              <a:t>Riga</a:t>
            </a:r>
            <a:r>
              <a:rPr lang="en-US" dirty="0"/>
              <a:t>, </a:t>
            </a:r>
            <a:r>
              <a:rPr lang="lv-LV" dirty="0"/>
              <a:t>Latvia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lv-LV" dirty="0"/>
              <a:t>What, like it’s hard? Yes, very hard, but gotta do anyway.</a:t>
            </a:r>
            <a:endParaRPr lang="en-US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lv-LV" dirty="0"/>
              <a:t>Learning fun facts about animals, reading</a:t>
            </a:r>
            <a:endParaRPr lang="en-US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/>
              <a:t>Connect with many enthusiastic people</a:t>
            </a:r>
            <a:r>
              <a:rPr lang="lv-LV" dirty="0"/>
              <a:t>, learn how to make the world more sustainable</a:t>
            </a:r>
            <a:endParaRPr dirty="0"/>
          </a:p>
        </p:txBody>
      </p:sp>
      <p:sp>
        <p:nvSpPr>
          <p:cNvPr id="25" name="Ellipse 24"/>
          <p:cNvSpPr/>
          <p:nvPr/>
        </p:nvSpPr>
        <p:spPr bwMode="auto">
          <a:xfrm>
            <a:off x="7300479" y="1664836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252"/>
          <a:stretch/>
        </p:blipFill>
        <p:spPr bwMode="auto">
          <a:xfrm>
            <a:off x="6838292" y="1612912"/>
            <a:ext cx="468000" cy="201129"/>
          </a:xfrm>
          <a:prstGeom prst="rect">
            <a:avLst/>
          </a:prstGeom>
        </p:spPr>
      </p:pic>
      <p:sp>
        <p:nvSpPr>
          <p:cNvPr id="27" name="Textfeld 26"/>
          <p:cNvSpPr txBox="1"/>
          <p:nvPr/>
        </p:nvSpPr>
        <p:spPr bwMode="auto">
          <a:xfrm>
            <a:off x="6500502" y="2528979"/>
            <a:ext cx="2483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/>
              <a:t>Location where I </a:t>
            </a:r>
            <a:r>
              <a:rPr lang="lv-LV" dirty="0"/>
              <a:t>study</a:t>
            </a:r>
            <a:r>
              <a:rPr lang="en-US" dirty="0"/>
              <a:t>,</a:t>
            </a:r>
            <a:endParaRPr dirty="0"/>
          </a:p>
          <a:p>
            <a:pPr>
              <a:defRPr/>
            </a:pPr>
            <a:r>
              <a:rPr lang="en-US" dirty="0"/>
              <a:t>and where I live 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BB9DB-A882-72B5-659D-21B6A81935C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0" t="16667" b="15539"/>
          <a:stretch>
            <a:fillRect/>
          </a:stretch>
        </p:blipFill>
        <p:spPr>
          <a:xfrm rot="16200000">
            <a:off x="9087030" y="2697370"/>
            <a:ext cx="3066153" cy="1680150"/>
          </a:xfrm>
          <a:prstGeom prst="rect">
            <a:avLst/>
          </a:prstGeom>
        </p:spPr>
      </p:pic>
      <p:pic>
        <p:nvPicPr>
          <p:cNvPr id="5" name="Picture 4" descr="Kā nokļūt?">
            <a:extLst>
              <a:ext uri="{FF2B5EF4-FFF2-40B4-BE49-F238E27FC236}">
                <a16:creationId xmlns:a16="http://schemas.microsoft.com/office/drawing/2014/main" id="{4827295A-5F24-466D-7441-84D7CB44C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4621" y="163712"/>
            <a:ext cx="1913878" cy="2344271"/>
          </a:xfrm>
          <a:prstGeom prst="rect">
            <a:avLst/>
          </a:prstGeom>
        </p:spPr>
      </p:pic>
      <p:pic>
        <p:nvPicPr>
          <p:cNvPr id="6" name="Picture 5" descr="Attēls:Dobeles novads karte.png — Vikipēdija">
            <a:extLst>
              <a:ext uri="{FF2B5EF4-FFF2-40B4-BE49-F238E27FC236}">
                <a16:creationId xmlns:a16="http://schemas.microsoft.com/office/drawing/2014/main" id="{DED4DFFB-827D-2C6E-C163-E7B45163D9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502" y="3196306"/>
            <a:ext cx="2254153" cy="1332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96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Līga Blumfelde</cp:lastModifiedBy>
  <cp:revision>10</cp:revision>
  <dcterms:created xsi:type="dcterms:W3CDTF">2024-07-25T14:37:25Z</dcterms:created>
  <dcterms:modified xsi:type="dcterms:W3CDTF">2026-08-26T07:49:24Z</dcterms:modified>
</cp:coreProperties>
</file>