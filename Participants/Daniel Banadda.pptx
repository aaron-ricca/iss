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C02F2A-C2CD-0C6B-DE35-94381221CC58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28.08.2026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7" name="Grafik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2" t="25963" r="41422"/>
          <a:stretch>
            <a:fillRect/>
          </a:stretch>
        </p:blipFill>
        <p:spPr bwMode="auto">
          <a:xfrm>
            <a:off x="9476608" y="2090954"/>
            <a:ext cx="2156695" cy="21817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sp>
        <p:nvSpPr>
          <p:cNvPr id="18" name="Textfeld 17"/>
          <p:cNvSpPr txBox="1"/>
          <p:nvPr/>
        </p:nvSpPr>
        <p:spPr bwMode="auto">
          <a:xfrm>
            <a:off x="774087" y="257673"/>
            <a:ext cx="47227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2800" b="1" dirty="0"/>
              <a:t>Daniel </a:t>
            </a:r>
            <a:r>
              <a:rPr lang="en-GB" sz="2800" b="1" dirty="0" err="1"/>
              <a:t>Mayombwe</a:t>
            </a:r>
            <a:r>
              <a:rPr lang="en-GB" sz="2800" b="1" dirty="0"/>
              <a:t> </a:t>
            </a:r>
            <a:r>
              <a:rPr lang="en-GB" sz="2800" b="1" dirty="0" err="1"/>
              <a:t>Banadda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391061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/>
              <a:t>Karlsruhe University of Applied Sciences</a:t>
            </a:r>
            <a:endParaRPr dirty="0"/>
          </a:p>
          <a:p>
            <a:r>
              <a:rPr lang="en-US" b="1" dirty="0"/>
              <a:t>Study program: </a:t>
            </a:r>
            <a:r>
              <a:rPr lang="en-GB" dirty="0"/>
              <a:t>Electrical Engineering and Information Technology</a:t>
            </a:r>
          </a:p>
          <a:p>
            <a:r>
              <a:rPr lang="en-US" b="1" dirty="0"/>
              <a:t>Year of study: </a:t>
            </a:r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Semester</a:t>
            </a:r>
          </a:p>
          <a:p>
            <a:r>
              <a:rPr lang="en-US" b="1" dirty="0"/>
              <a:t>City: </a:t>
            </a:r>
            <a:r>
              <a:rPr lang="en-US" dirty="0"/>
              <a:t>Karlsruhe, Germany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n-GB" dirty="0"/>
              <a:t>One step at a time 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GB" dirty="0"/>
              <a:t>Singing, cooking, listening to music swimming, participating in track and field events such as sprinting and relays 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r>
              <a:rPr lang="en-GB" dirty="0"/>
              <a:t>Learning and understanding sustainable systems as well as establishing international connections</a:t>
            </a:r>
            <a:endParaRPr lang="en-GB" b="1" dirty="0"/>
          </a:p>
        </p:txBody>
      </p:sp>
      <p:pic>
        <p:nvPicPr>
          <p:cNvPr id="23" name="Grafik 22"/>
          <p:cNvPicPr>
            <a:picLocks noChangeAspect="1"/>
          </p:cNvPicPr>
          <p:nvPr/>
        </p:nvPicPr>
        <p:blipFill>
          <a:blip r:embed="rId5"/>
          <a:srcRect t="23509"/>
          <a:stretch/>
        </p:blipFill>
        <p:spPr bwMode="auto">
          <a:xfrm>
            <a:off x="6534025" y="475283"/>
            <a:ext cx="2269439" cy="20017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sp>
        <p:nvSpPr>
          <p:cNvPr id="25" name="Ellipse 24"/>
          <p:cNvSpPr/>
          <p:nvPr/>
        </p:nvSpPr>
        <p:spPr bwMode="auto">
          <a:xfrm>
            <a:off x="7300479" y="1664836"/>
            <a:ext cx="72000" cy="72000"/>
          </a:xfrm>
          <a:prstGeom prst="ellipse">
            <a:avLst/>
          </a:prstGeom>
          <a:solidFill>
            <a:srgbClr val="D72204"/>
          </a:solidFill>
          <a:ln>
            <a:solidFill>
              <a:srgbClr val="D722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pic>
        <p:nvPicPr>
          <p:cNvPr id="26" name="Grafik 25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252"/>
          <a:stretch/>
        </p:blipFill>
        <p:spPr bwMode="auto">
          <a:xfrm>
            <a:off x="6838292" y="1612912"/>
            <a:ext cx="468000" cy="201129"/>
          </a:xfrm>
          <a:prstGeom prst="rect">
            <a:avLst/>
          </a:prstGeom>
        </p:spPr>
      </p:pic>
      <p:sp>
        <p:nvSpPr>
          <p:cNvPr id="27" name="Textfeld 26"/>
          <p:cNvSpPr txBox="1"/>
          <p:nvPr/>
        </p:nvSpPr>
        <p:spPr bwMode="auto">
          <a:xfrm>
            <a:off x="6500502" y="2528979"/>
            <a:ext cx="2457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/>
              <a:t>Location where I live ↑,</a:t>
            </a:r>
            <a:endParaRPr dirty="0"/>
          </a:p>
          <a:p>
            <a:pPr>
              <a:defRPr/>
            </a:pPr>
            <a:r>
              <a:rPr lang="en-US" dirty="0"/>
              <a:t>Location of my origin ↓ </a:t>
            </a: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34" name="Grafik 3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04" t="12773" r="4656" b="7057"/>
          <a:stretch>
            <a:fillRect/>
          </a:stretch>
        </p:blipFill>
        <p:spPr bwMode="auto">
          <a:xfrm>
            <a:off x="6838292" y="3240057"/>
            <a:ext cx="1748001" cy="21817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Breitbild</PresentationFormat>
  <Paragraphs>14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Jiyan Akyol</cp:lastModifiedBy>
  <cp:revision>10</cp:revision>
  <dcterms:created xsi:type="dcterms:W3CDTF">2024-07-25T14:37:25Z</dcterms:created>
  <dcterms:modified xsi:type="dcterms:W3CDTF">2026-08-28T10:27:18Z</dcterms:modified>
</cp:coreProperties>
</file>