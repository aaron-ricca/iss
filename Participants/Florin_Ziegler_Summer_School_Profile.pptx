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4039001-5F69-47DC-88D4-946580645E8D}" type="datetimeFigureOut">
              <a:rPr lang="de-CH"/>
              <a:t>30.08.2026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A85FAF-5C1C-46B8-A0D8-A5DCF3C0B5F1}" type="slidenum">
              <a:rPr lang="de-CH"/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AA85FAF-5C1C-46B8-A0D8-A5DCF3C0B5F1}" type="slidenum">
              <a:rPr lang="de-CH"/>
              <a:t>1</a:t>
            </a:fld>
            <a:endParaRPr lang="de-C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/>
          <p:cNvGraphicFramePr>
            <a:graphicFrameLocks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13" imgW="0" imgH="0" progId="TCLayout.ActiveDocument.1">
                  <p:embed/>
                </p:oleObj>
              </mc:Choice>
              <mc:Fallback>
                <p:oleObj name="oleObj" r:id="rId13" imgW="0" imgH="0" progId="TCLayout.ActiveDocument.1">
                  <p:embed/>
                  <p:pic>
                    <p:nvPicPr>
                      <p:cNvPr id="7" name="think-cell data - do not delete"/>
                      <p:cNvPicPr/>
                      <p:nvPr/>
                    </p:nvPicPr>
                    <p:blipFill>
                      <a:blip r:embed="rId14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/>
          <p:cNvGraphicFramePr>
            <a:graphicFrameLocks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3" name="think-cell data - do not delete"/>
                      <p:cNvPicPr/>
                      <p:nvPr/>
                    </p:nvPicPr>
                    <p:blipFill>
                      <a:blip r:embed="rId5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557969" y="1042415"/>
            <a:ext cx="19639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de-CH" sz="2500" b="1" dirty="0">
                <a:solidFill>
                  <a:srgbClr val="1C2323"/>
                </a:solidFill>
                <a:latin typeface="Aptos Display"/>
              </a:rPr>
              <a:t>Florin Ziegler</a:t>
            </a:r>
            <a:endParaRPr sz="2500" b="1" dirty="0">
              <a:solidFill>
                <a:srgbClr val="1C232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607817" y="1636776"/>
            <a:ext cx="4619854" cy="292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University: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Eastern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Switzerland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University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of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Applied Sciences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607817" y="2029967"/>
            <a:ext cx="3249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Study program: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BSc 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Electrical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Engineering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607817" y="2423159"/>
            <a:ext cx="204735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Year of study: </a:t>
            </a:r>
            <a:r>
              <a:rPr sz="1300" dirty="0">
                <a:solidFill>
                  <a:srgbClr val="1C2323"/>
                </a:solidFill>
                <a:latin typeface="Aptos"/>
              </a:rPr>
              <a:t>202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5</a:t>
            </a:r>
            <a:r>
              <a:rPr sz="1300" dirty="0">
                <a:solidFill>
                  <a:srgbClr val="1C2323"/>
                </a:solidFill>
                <a:latin typeface="Aptos"/>
              </a:rPr>
              <a:t>–202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8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 bwMode="auto">
          <a:xfrm>
            <a:off x="607817" y="2816352"/>
            <a:ext cx="245772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City: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Gommiswald</a:t>
            </a:r>
            <a:r>
              <a:rPr sz="1300" dirty="0">
                <a:solidFill>
                  <a:srgbClr val="1C2323"/>
                </a:solidFill>
                <a:latin typeface="Aptos"/>
              </a:rPr>
              <a:t>, Switzerland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607817" y="3209544"/>
            <a:ext cx="191430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Motto for life: 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enjoy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life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607817" y="3602735"/>
            <a:ext cx="48785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Hobbies: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Friends, Family, Paragliding,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Mountaineering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, Bikepacking,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Travelling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607817" y="4087368"/>
            <a:ext cx="5166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 dirty="0">
                <a:solidFill>
                  <a:srgbClr val="1C2323"/>
                </a:solidFill>
                <a:latin typeface="Aptos"/>
              </a:rPr>
              <a:t>Your expectations from the summer school: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Talk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with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different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people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from different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cultures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about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different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topics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.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28A1B09-5748-0E63-F649-EC2903B3F6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5842009" y="918636"/>
            <a:ext cx="3291509" cy="24686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F5FBC2B-B41D-D234-9FD5-433986CA44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1058" b="29378"/>
          <a:stretch>
            <a:fillRect/>
          </a:stretch>
        </p:blipFill>
        <p:spPr>
          <a:xfrm>
            <a:off x="6270343" y="4151272"/>
            <a:ext cx="5313841" cy="209470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5A63D57-543A-F9E3-1307-7FCA5E56C4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050" r="12950"/>
          <a:stretch>
            <a:fillRect/>
          </a:stretch>
        </p:blipFill>
        <p:spPr>
          <a:xfrm>
            <a:off x="9115550" y="507197"/>
            <a:ext cx="2468633" cy="3291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Breitbild</PresentationFormat>
  <Paragraphs>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oleObj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Egzon Osmani</dc:creator>
  <cp:keywords/>
  <dc:description>generated using python-pptx</dc:description>
  <cp:lastModifiedBy>Florin Ziegler</cp:lastModifiedBy>
  <cp:revision>6</cp:revision>
  <dcterms:created xsi:type="dcterms:W3CDTF">2013-01-27T09:14:16Z</dcterms:created>
  <dcterms:modified xsi:type="dcterms:W3CDTF">2026-08-30T21:12:26Z</dcterms:modified>
  <cp:category/>
</cp:coreProperties>
</file>