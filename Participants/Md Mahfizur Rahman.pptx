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D72864"/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05.09.2026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BFFD4-8F98-7B6B-E998-29AD0F9D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3AC8A9-B6CD-6913-C715-0179A818B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656A506B-91AC-27EB-8270-2E74DAFDA0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pic>
        <p:nvPicPr>
          <p:cNvPr id="8" name="Grafik 7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7A79233E-642C-C7CE-0AD8-BB9FC3FC4F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4284" y="938781"/>
            <a:ext cx="2753564" cy="24350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4B2B56-BEEA-53B8-4D44-4A4FAB2A5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20A3A0-5C31-3BE2-8F90-5D75361BF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1DCFE3-11BC-1F51-EF20-04438AAA7A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401B55-60A8-33D6-5B83-605C64D66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AFE0E1-ADDB-AE87-A6D7-AA8B39706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33EE1679-C93A-4A0C-7E59-FE8C787A2B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BD876A94-05DB-35D3-9C94-ED32364C9E48}"/>
              </a:ext>
            </a:extLst>
          </p:cNvPr>
          <p:cNvSpPr/>
          <p:nvPr/>
        </p:nvSpPr>
        <p:spPr>
          <a:xfrm>
            <a:off x="7161745" y="2541401"/>
            <a:ext cx="72000" cy="72000"/>
          </a:xfrm>
          <a:prstGeom prst="ellipse">
            <a:avLst/>
          </a:prstGeom>
          <a:solidFill>
            <a:srgbClr val="EAEAEA"/>
          </a:solidFill>
          <a:ln>
            <a:solidFill>
              <a:srgbClr val="D72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DDC11DF-1770-E9B7-FAD1-5FA7E1FF8E1D}"/>
              </a:ext>
            </a:extLst>
          </p:cNvPr>
          <p:cNvSpPr txBox="1"/>
          <p:nvPr/>
        </p:nvSpPr>
        <p:spPr>
          <a:xfrm>
            <a:off x="6174733" y="3450566"/>
            <a:ext cx="2763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Location: where I study, work and live.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76B74C0-4626-C060-680F-A000AAE001B0}"/>
              </a:ext>
            </a:extLst>
          </p:cNvPr>
          <p:cNvSpPr txBox="1"/>
          <p:nvPr/>
        </p:nvSpPr>
        <p:spPr>
          <a:xfrm>
            <a:off x="6745335" y="2470150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D72864"/>
                </a:solidFill>
              </a:rPr>
              <a:t>OST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6E483A6-4CB1-555B-AE24-5CD0C5E4C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89AC3AE-8F58-1497-B166-889DA2D9C2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76DFB43-1458-2895-42B3-B1B22624D4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C25780D-B27C-1F48-F62D-0B59E37BB3E3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5E554ECF-6FDC-FE50-62D4-62AA6748D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321294" y="153204"/>
            <a:ext cx="1647887" cy="17852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4" name="Textfeld 21">
            <a:extLst>
              <a:ext uri="{FF2B5EF4-FFF2-40B4-BE49-F238E27FC236}">
                <a16:creationId xmlns:a16="http://schemas.microsoft.com/office/drawing/2014/main" id="{3C6F7129-44CA-1C25-9BF3-BA78A0F2EC4E}"/>
              </a:ext>
            </a:extLst>
          </p:cNvPr>
          <p:cNvSpPr txBox="1"/>
          <p:nvPr/>
        </p:nvSpPr>
        <p:spPr bwMode="auto">
          <a:xfrm>
            <a:off x="774086" y="933642"/>
            <a:ext cx="5447989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OST - Eastern Switzerland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MSE - Energy and Environment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</a:t>
            </a:r>
            <a:r>
              <a:rPr lang="en-US" dirty="0"/>
              <a:t> Graduate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Current City: </a:t>
            </a:r>
            <a:r>
              <a:rPr lang="en-US" dirty="0"/>
              <a:t>Rapperswil, Switzerland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Motto: </a:t>
            </a:r>
            <a:r>
              <a:rPr lang="en-US" dirty="0"/>
              <a:t>Learn, build, improve, and make a difference.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Technology projects, travelling, hiking and exploring sustainable-energy innovations..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To gain practical knowledge, exchange ideas, meet international participants, and learn new approaches for my future research and projects.</a:t>
            </a:r>
            <a:endParaRPr dirty="0"/>
          </a:p>
        </p:txBody>
      </p:sp>
      <p:sp>
        <p:nvSpPr>
          <p:cNvPr id="28" name="Textfeld 17">
            <a:extLst>
              <a:ext uri="{FF2B5EF4-FFF2-40B4-BE49-F238E27FC236}">
                <a16:creationId xmlns:a16="http://schemas.microsoft.com/office/drawing/2014/main" id="{D01D978B-C575-720D-0C6F-687A585AC6F4}"/>
              </a:ext>
            </a:extLst>
          </p:cNvPr>
          <p:cNvSpPr txBox="1"/>
          <p:nvPr/>
        </p:nvSpPr>
        <p:spPr bwMode="auto">
          <a:xfrm>
            <a:off x="774087" y="475394"/>
            <a:ext cx="3624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Md Mahfizur Rahman</a:t>
            </a:r>
            <a:endParaRPr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90D2BB-B6D5-C175-CA8C-22B22392B6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577" y="1920907"/>
            <a:ext cx="2238388" cy="2905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010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Mahfuz - Renewable Energy</cp:lastModifiedBy>
  <cp:revision>10</cp:revision>
  <dcterms:created xsi:type="dcterms:W3CDTF">2024-07-25T14:37:25Z</dcterms:created>
  <dcterms:modified xsi:type="dcterms:W3CDTF">2026-09-05T02:08:22Z</dcterms:modified>
</cp:coreProperties>
</file>